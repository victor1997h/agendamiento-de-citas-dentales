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Arimo"/>
      <p:regular r:id="rId201314"/>
    </p:embeddedFont>
    <p:embeddedFont>
      <p:font typeface="Arimo Medium"/>
      <p:regular r:id="rId201315"/>
    </p:embeddedFont>
    <p:embeddedFont>
      <p:font typeface="Arimo SemiBold"/>
      <p:regular r:id="rId201316"/>
    </p:embeddedFont>
    <p:embeddedFont>
      <p:font typeface="Arimo Bold"/>
      <p:regular r:id="rId201317"/>
    </p:embeddedFont>
    <p:embeddedFont>
      <p:font typeface="Outfit Light"/>
      <p:regular r:id="rId201318"/>
    </p:embeddedFont>
    <p:embeddedFont>
      <p:font typeface="Outfit Thin"/>
      <p:regular r:id="rId201319"/>
    </p:embeddedFont>
    <p:embeddedFont>
      <p:font typeface="Outfit ExtraLight"/>
      <p:regular r:id="rId201320"/>
    </p:embeddedFont>
    <p:embeddedFont>
      <p:font typeface="Outfit"/>
      <p:regular r:id="rId201321"/>
    </p:embeddedFont>
    <p:embeddedFont>
      <p:font typeface="Outfit Medium"/>
      <p:regular r:id="rId201322"/>
    </p:embeddedFont>
    <p:embeddedFont>
      <p:font typeface="Outfit SemiBold"/>
      <p:regular r:id="rId201323"/>
    </p:embeddedFont>
    <p:embeddedFont>
      <p:font typeface="Outfit Bold"/>
      <p:regular r:id="rId201324"/>
    </p:embeddedFont>
    <p:embeddedFont>
      <p:font typeface="Outfit ExtraBold"/>
      <p:regular r:id="rId201325"/>
    </p:embeddedFont>
    <p:embeddedFont>
      <p:font typeface="Outfit Black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79" y="425276"/>
            <a:ext cx="3290367" cy="23011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2900958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SmartTooth</a:t>
            </a:r>
            <a:endParaRPr lang="en-US" sz="2500" dirty="0"/>
          </a:p>
        </p:txBody>
      </p:sp>
      <p:sp>
        <p:nvSpPr>
          <p:cNvPr id="5" name="Text 1"/>
          <p:cNvSpPr/>
          <p:nvPr/>
        </p:nvSpPr>
        <p:spPr>
          <a:xfrm>
            <a:off x="496119" y="3476997"/>
            <a:ext cx="4722763" cy="124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de agendamiento de citas dentales para consultorios odontológicos mediante una aplicación móvil</a:t>
            </a:r>
            <a:endParaRPr lang="en-US" sz="12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Autores:</a:t>
            </a:r>
            <a:pPr algn="l" indent="0" marL="0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Victor Hualpa y John Sotomayor  </a:t>
            </a:r>
            <a:endParaRPr lang="en-US" sz="12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Tutor:</a:t>
            </a:r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Ing. Luis Aníbal Chipuxi Fajardo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162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¿Qué es SmartTooth?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71849"/>
            <a:ext cx="4004965" cy="1455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32658"/>
            <a:ext cx="3607147" cy="850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 muchos consultorios, las citas aún se gestionan de forma manual mediante agendas, llamadas o mensajes.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171849"/>
            <a:ext cx="4005039" cy="14553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9851" y="2332658"/>
            <a:ext cx="3607222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SmartTooth es una aplicación móvil que facilita la gestión de citas dentales, permitiendo registrar pacientes, odontólogos y citas, con o sin conexión a Internet.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8951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Objetivos 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850356" y="982117"/>
            <a:ext cx="14288" cy="3742432"/>
          </a:xfrm>
          <a:prstGeom prst="roundRect">
            <a:avLst>
              <a:gd name="adj" fmla="val 371150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2619301" y="1116955"/>
            <a:ext cx="252487" cy="14288"/>
          </a:xfrm>
          <a:prstGeom prst="roundRect">
            <a:avLst>
              <a:gd name="adj" fmla="val 371150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2810173" y="1076771"/>
            <a:ext cx="94655" cy="94655"/>
          </a:xfrm>
          <a:prstGeom prst="ellipse">
            <a:avLst/>
          </a:prstGeom>
          <a:solidFill>
            <a:srgbClr val="5E4CE6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025500"/>
            <a:ext cx="185640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GENERAL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1290191"/>
            <a:ext cx="1856408" cy="1193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Desarrollar SmartTooth para facilitar la gestión de citas dentales y mejorar la organización de los consultorios.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43213" y="1846808"/>
            <a:ext cx="252487" cy="14288"/>
          </a:xfrm>
          <a:prstGeom prst="roundRect">
            <a:avLst>
              <a:gd name="adj" fmla="val 371150"/>
            </a:avLst>
          </a:prstGeom>
          <a:solidFill>
            <a:srgbClr val="BDB8DF"/>
          </a:solidFill>
          <a:ln/>
        </p:spPr>
      </p:sp>
      <p:sp>
        <p:nvSpPr>
          <p:cNvPr id="10" name="Shape 7"/>
          <p:cNvSpPr/>
          <p:nvPr/>
        </p:nvSpPr>
        <p:spPr>
          <a:xfrm>
            <a:off x="2810173" y="1806625"/>
            <a:ext cx="94655" cy="94655"/>
          </a:xfrm>
          <a:prstGeom prst="ellipse">
            <a:avLst/>
          </a:prstGeom>
          <a:solidFill>
            <a:srgbClr val="5E4CE6"/>
          </a:solidFill>
          <a:ln/>
        </p:spPr>
      </p:sp>
      <p:sp>
        <p:nvSpPr>
          <p:cNvPr id="11" name="Text 8"/>
          <p:cNvSpPr/>
          <p:nvPr/>
        </p:nvSpPr>
        <p:spPr>
          <a:xfrm>
            <a:off x="3362474" y="1755353"/>
            <a:ext cx="185640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ESPECIFICOS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62474" y="2020044"/>
            <a:ext cx="1856408" cy="270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Analizar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el proceso actual de agendamiento de citas.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Diseñar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 estructura y los módulos de la aplicación.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Desarrollar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un sistema que gestione citas con y sin conexión a Internet.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05644" cy="110430"/>
          </a:xfrm>
          <a:prstGeom prst="roundRect">
            <a:avLst>
              <a:gd name="adj" fmla="val 21567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77863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METODOLOGÍA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Desarrollo con Scrum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17155"/>
            <a:ext cx="3989412" cy="21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 el desarrollo de SmartTooth se adoptó la metodología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Scrum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que organiza el trabajo en ciclos cortos llamados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sprints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Este enfoque ágil permitió: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8824"/>
            <a:ext cx="3989412" cy="39894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4897859"/>
            <a:ext cx="2011338" cy="495821"/>
          </a:xfrm>
          <a:prstGeom prst="roundRect">
            <a:avLst>
              <a:gd name="adj" fmla="val 600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723" y="4973464"/>
            <a:ext cx="1860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Sprint 1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71723" y="5105400"/>
            <a:ext cx="1860128" cy="21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Analisis y diseño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Informacion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2542877" y="4897859"/>
            <a:ext cx="2011412" cy="495821"/>
          </a:xfrm>
          <a:prstGeom prst="roundRect">
            <a:avLst>
              <a:gd name="adj" fmla="val 600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18482" y="4973464"/>
            <a:ext cx="1860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Sprint 2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618482" y="5105400"/>
            <a:ext cx="1860203" cy="21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Backend y base de datos 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Posgresql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589711" y="4897859"/>
            <a:ext cx="2011338" cy="495821"/>
          </a:xfrm>
          <a:prstGeom prst="roundRect">
            <a:avLst>
              <a:gd name="adj" fmla="val 600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5315" y="4973464"/>
            <a:ext cx="1860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Sprint 3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4665315" y="5105400"/>
            <a:ext cx="1860128" cy="21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Aplicacion movil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Flutter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6636469" y="4897859"/>
            <a:ext cx="2011412" cy="495821"/>
          </a:xfrm>
          <a:prstGeom prst="roundRect">
            <a:avLst>
              <a:gd name="adj" fmla="val 600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12074" y="4973464"/>
            <a:ext cx="1860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Sprint 4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712074" y="5105400"/>
            <a:ext cx="1860203" cy="21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Sincronizacion 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5322"/>
            <a:ext cx="774204" cy="173013"/>
          </a:xfrm>
          <a:prstGeom prst="roundRect">
            <a:avLst>
              <a:gd name="adj" fmla="val 19789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57213" y="465832"/>
            <a:ext cx="1109216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CONCLUSIONES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37580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CARACTERISTICAS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677" y="1065758"/>
            <a:ext cx="3594571" cy="27043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852490"/>
            <a:ext cx="2668414" cy="855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429" y="3968651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Orientada al sector odontológico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9429" y="4171801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Diseñada específicamente para las necesidades de consultorios dentales.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756" y="3852490"/>
            <a:ext cx="2668414" cy="855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1066" y="3968651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Mayor organización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11066" y="4171801"/>
            <a:ext cx="237894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Reduce errores del agendamiento manual, como horarios duplicados, pérdida de información y dificultad para consultar disponibilidad.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9393" y="3852490"/>
            <a:ext cx="2668488" cy="8556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2704" y="3968651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Sin dependencia de Internet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2704" y="4171801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Garantiza continuidad del servicio en cualquier condición de conectividad.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20241"/>
            <a:ext cx="3902943" cy="3902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606004"/>
            <a:ext cx="39029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conclusión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2190750"/>
            <a:ext cx="39029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Proyecto nos permitió desarrollar SMARTTOOTH  una aplicación móvil que mejora la gestión de citas dentales y ayuda a reducir los problemas del agendamiento manual. Además, funciona con y sin conexión a Internet y fue desarrollada de forma organizada utilizando la metodología Scrum.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719" y="2035969"/>
            <a:ext cx="1071563" cy="10715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67692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Recomendaciones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332509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ay que seguir investigando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nuevas funciones que faciliten la gestión de los consultorios odontológicos y que sean complatibes con el aplicativo.También es importante fortalecer la seguridad del sistema, realizar pruebas con usuarios reales y desarrollar una versión web que complemente la aplicación móvil y amplíe sus posibilidades de uso.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2026-07-08T08:16:49Z</dcterms:created>
  <dcterms:modified xsi:type="dcterms:W3CDTF">2026-07-08T08:16:49Z</dcterms:modified>
</cp:coreProperties>
</file>