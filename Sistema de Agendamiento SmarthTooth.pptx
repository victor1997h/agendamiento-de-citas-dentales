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12A4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12A4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12A4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12A4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8121" y="882083"/>
            <a:ext cx="110116" cy="818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8838" y="948134"/>
            <a:ext cx="4399915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12A4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3308" y="4930148"/>
            <a:ext cx="11202035" cy="2429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9.jpg"/><Relationship Id="rId4" Type="http://schemas.openxmlformats.org/officeDocument/2006/relationships/image" Target="../media/image30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jpg"/><Relationship Id="rId9" Type="http://schemas.openxmlformats.org/officeDocument/2006/relationships/image" Target="../media/image37.jpg"/><Relationship Id="rId10" Type="http://schemas.openxmlformats.org/officeDocument/2006/relationships/image" Target="../media/image38.jpg"/><Relationship Id="rId11" Type="http://schemas.openxmlformats.org/officeDocument/2006/relationships/image" Target="../media/image39.jp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jp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jpg"/><Relationship Id="rId18" Type="http://schemas.openxmlformats.org/officeDocument/2006/relationships/image" Target="../media/image46.jpg"/><Relationship Id="rId19" Type="http://schemas.openxmlformats.org/officeDocument/2006/relationships/image" Target="../media/image47.jp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jpg"/><Relationship Id="rId23" Type="http://schemas.openxmlformats.org/officeDocument/2006/relationships/image" Target="../media/image5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Relationship Id="rId10" Type="http://schemas.openxmlformats.org/officeDocument/2006/relationships/image" Target="../media/image65.jpg"/><Relationship Id="rId11" Type="http://schemas.openxmlformats.org/officeDocument/2006/relationships/image" Target="../media/image66.jpg"/><Relationship Id="rId12" Type="http://schemas.openxmlformats.org/officeDocument/2006/relationships/image" Target="../media/image67.jpg"/><Relationship Id="rId13" Type="http://schemas.openxmlformats.org/officeDocument/2006/relationships/image" Target="../media/image68.jpg"/><Relationship Id="rId14" Type="http://schemas.openxmlformats.org/officeDocument/2006/relationships/image" Target="../media/image69.jpg"/><Relationship Id="rId15" Type="http://schemas.openxmlformats.org/officeDocument/2006/relationships/image" Target="../media/image70.jpg"/><Relationship Id="rId16" Type="http://schemas.openxmlformats.org/officeDocument/2006/relationships/image" Target="../media/image71.jpg"/><Relationship Id="rId17" Type="http://schemas.openxmlformats.org/officeDocument/2006/relationships/image" Target="../media/image72.jpg"/><Relationship Id="rId18" Type="http://schemas.openxmlformats.org/officeDocument/2006/relationships/image" Target="../media/image73.jpg"/><Relationship Id="rId19" Type="http://schemas.openxmlformats.org/officeDocument/2006/relationships/image" Target="../media/image74.png"/><Relationship Id="rId20" Type="http://schemas.openxmlformats.org/officeDocument/2006/relationships/image" Target="../media/image75.jp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jpg"/><Relationship Id="rId25" Type="http://schemas.openxmlformats.org/officeDocument/2006/relationships/image" Target="../media/image80.jpg"/><Relationship Id="rId26" Type="http://schemas.openxmlformats.org/officeDocument/2006/relationships/image" Target="../media/image81.jpg"/><Relationship Id="rId27" Type="http://schemas.openxmlformats.org/officeDocument/2006/relationships/image" Target="../media/image82.jpg"/><Relationship Id="rId28" Type="http://schemas.openxmlformats.org/officeDocument/2006/relationships/image" Target="../media/image83.jpg"/><Relationship Id="rId29" Type="http://schemas.openxmlformats.org/officeDocument/2006/relationships/image" Target="../media/image84.jpg"/><Relationship Id="rId30" Type="http://schemas.openxmlformats.org/officeDocument/2006/relationships/image" Target="../media/image85.jpg"/><Relationship Id="rId31" Type="http://schemas.openxmlformats.org/officeDocument/2006/relationships/image" Target="../media/image86.jpg"/><Relationship Id="rId32" Type="http://schemas.openxmlformats.org/officeDocument/2006/relationships/image" Target="../media/image87.png"/><Relationship Id="rId33" Type="http://schemas.openxmlformats.org/officeDocument/2006/relationships/image" Target="../media/image88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jpg"/><Relationship Id="rId3" Type="http://schemas.openxmlformats.org/officeDocument/2006/relationships/image" Target="../media/image90.jpg"/><Relationship Id="rId4" Type="http://schemas.openxmlformats.org/officeDocument/2006/relationships/image" Target="../media/image91.jpg"/><Relationship Id="rId5" Type="http://schemas.openxmlformats.org/officeDocument/2006/relationships/image" Target="../media/image92.jpg"/><Relationship Id="rId6" Type="http://schemas.openxmlformats.org/officeDocument/2006/relationships/image" Target="../media/image93.jpg"/><Relationship Id="rId7" Type="http://schemas.openxmlformats.org/officeDocument/2006/relationships/image" Target="../media/image9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Relationship Id="rId4" Type="http://schemas.openxmlformats.org/officeDocument/2006/relationships/image" Target="../media/image97.jpg"/><Relationship Id="rId5" Type="http://schemas.openxmlformats.org/officeDocument/2006/relationships/image" Target="../media/image98.jpg"/><Relationship Id="rId6" Type="http://schemas.openxmlformats.org/officeDocument/2006/relationships/image" Target="../media/image99.jpg"/><Relationship Id="rId7" Type="http://schemas.openxmlformats.org/officeDocument/2006/relationships/image" Target="../media/image100.jpg"/><Relationship Id="rId8" Type="http://schemas.openxmlformats.org/officeDocument/2006/relationships/image" Target="../media/image101.jpg"/><Relationship Id="rId9" Type="http://schemas.openxmlformats.org/officeDocument/2006/relationships/hyperlink" Target="https://yavirac.edu.ec/wp-content/uploads/2026/01/logo-Yavirac-actualizado.png" TargetMode="External"/><Relationship Id="rId10" Type="http://schemas.openxmlformats.org/officeDocument/2006/relationships/hyperlink" Target="https://static.vecteezy.com/system/resources/previews/0" TargetMode="External"/><Relationship Id="rId11" Type="http://schemas.openxmlformats.org/officeDocument/2006/relationships/hyperlink" Target="http://www.vecteezy.com/" TargetMode="External"/><Relationship Id="rId12" Type="http://schemas.openxmlformats.org/officeDocument/2006/relationships/hyperlink" Target="https://static.vecteezy.com/system/resources/thumbnails/023/342/885/small/scrum-is-an-agile-development-strategic-methodology-approach-to-digital-marketing-framework-vect" TargetMode="External"/><Relationship Id="rId13" Type="http://schemas.openxmlformats.org/officeDocument/2006/relationships/hyperlink" Target="https://cdn.dribbble.com/userupload/18099474/file/original-e10d7f90ebda48bceda9a0d9686dac3a.png?resize=752x&amp;vertical=center" TargetMode="External"/><Relationship Id="rId14" Type="http://schemas.openxmlformats.org/officeDocument/2006/relationships/hyperlink" Target="https://cdn.dribbble.com/userupload/45187300/file/Oa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3790" y="1827085"/>
            <a:ext cx="2076474" cy="10867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0004" y="4347074"/>
            <a:ext cx="471926" cy="677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0584" y="4370700"/>
            <a:ext cx="1352855" cy="6378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46366" y="4370700"/>
            <a:ext cx="1006775" cy="6378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31792" y="4378575"/>
            <a:ext cx="503387" cy="629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98107" y="4347074"/>
            <a:ext cx="2391092" cy="6772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67849" y="4378575"/>
            <a:ext cx="503387" cy="6299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995287" y="2916882"/>
            <a:ext cx="2102485" cy="23367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350" spc="10">
                <a:solidFill>
                  <a:srgbClr val="31447C"/>
                </a:solidFill>
                <a:latin typeface="Arial"/>
                <a:cs typeface="Arial"/>
              </a:rPr>
              <a:t>EDUCACION</a:t>
            </a:r>
            <a:r>
              <a:rPr dirty="0" sz="1350" spc="340">
                <a:solidFill>
                  <a:srgbClr val="31447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31447C"/>
                </a:solidFill>
                <a:latin typeface="Arial"/>
                <a:cs typeface="Arial"/>
              </a:rPr>
              <a:t>SUPERIOR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025380" y="3027128"/>
            <a:ext cx="1998980" cy="58356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50" spc="-320">
                <a:solidFill>
                  <a:srgbClr val="31447C"/>
                </a:solidFill>
              </a:rPr>
              <a:t>YAVLRAC</a:t>
            </a:r>
            <a:endParaRPr sz="3650"/>
          </a:p>
        </p:txBody>
      </p:sp>
      <p:sp>
        <p:nvSpPr>
          <p:cNvPr id="11" name="object 11"/>
          <p:cNvSpPr txBox="1"/>
          <p:nvPr/>
        </p:nvSpPr>
        <p:spPr>
          <a:xfrm>
            <a:off x="6428540" y="5625871"/>
            <a:ext cx="7262495" cy="450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00">
                <a:solidFill>
                  <a:srgbClr val="647082"/>
                </a:solidFill>
                <a:latin typeface="Arial"/>
                <a:cs typeface="Arial"/>
              </a:rPr>
              <a:t>Sistema</a:t>
            </a:r>
            <a:r>
              <a:rPr dirty="0" sz="2800" spc="15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647082"/>
                </a:solidFill>
                <a:latin typeface="Arial"/>
                <a:cs typeface="Arial"/>
              </a:rPr>
              <a:t>de</a:t>
            </a:r>
            <a:r>
              <a:rPr dirty="0" sz="2800" spc="45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647082"/>
                </a:solidFill>
                <a:latin typeface="Arial"/>
                <a:cs typeface="Arial"/>
              </a:rPr>
              <a:t>Agendamiento</a:t>
            </a:r>
            <a:r>
              <a:rPr dirty="0" sz="2800" spc="254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647082"/>
                </a:solidFill>
                <a:latin typeface="Arial"/>
                <a:cs typeface="Arial"/>
              </a:rPr>
              <a:t>de</a:t>
            </a:r>
            <a:r>
              <a:rPr dirty="0" sz="2800" spc="2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647082"/>
                </a:solidFill>
                <a:latin typeface="Arial"/>
                <a:cs typeface="Arial"/>
              </a:rPr>
              <a:t>Citas</a:t>
            </a:r>
            <a:r>
              <a:rPr dirty="0" sz="2800" spc="-20">
                <a:solidFill>
                  <a:srgbClr val="647082"/>
                </a:solidFill>
                <a:latin typeface="Arial"/>
                <a:cs typeface="Arial"/>
              </a:rPr>
              <a:t> </a:t>
            </a:r>
            <a:r>
              <a:rPr dirty="0" sz="2800" spc="45">
                <a:solidFill>
                  <a:srgbClr val="647082"/>
                </a:solidFill>
                <a:latin typeface="Arial"/>
                <a:cs typeface="Arial"/>
              </a:rPr>
              <a:t>Dentales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79311" y="7484366"/>
            <a:ext cx="5774055" cy="1771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120"/>
              </a:spcBef>
            </a:pPr>
            <a:r>
              <a:rPr dirty="0" sz="2050" b="1">
                <a:solidFill>
                  <a:srgbClr val="4B5262"/>
                </a:solidFill>
                <a:latin typeface="Arial"/>
                <a:cs typeface="Arial"/>
              </a:rPr>
              <a:t>Autores:</a:t>
            </a:r>
            <a:r>
              <a:rPr dirty="0" sz="2050" spc="-50" b="1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105">
                <a:solidFill>
                  <a:srgbClr val="4B5262"/>
                </a:solidFill>
                <a:latin typeface="Arial"/>
                <a:cs typeface="Arial"/>
              </a:rPr>
              <a:t>Victor</a:t>
            </a:r>
            <a:r>
              <a:rPr dirty="0" sz="2100" spc="-40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Hualpa</a:t>
            </a:r>
            <a:r>
              <a:rPr dirty="0" sz="2100" spc="-2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50" spc="55">
                <a:solidFill>
                  <a:srgbClr val="4B5262"/>
                </a:solidFill>
                <a:latin typeface="Arial"/>
                <a:cs typeface="Arial"/>
              </a:rPr>
              <a:t>&amp;</a:t>
            </a:r>
            <a:r>
              <a:rPr dirty="0" sz="2150" spc="4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John</a:t>
            </a:r>
            <a:r>
              <a:rPr dirty="0" sz="2100" spc="-16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45">
                <a:solidFill>
                  <a:srgbClr val="4B5262"/>
                </a:solidFill>
                <a:latin typeface="Arial"/>
                <a:cs typeface="Arial"/>
              </a:rPr>
              <a:t>Sotomayor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100">
              <a:latin typeface="Arial"/>
              <a:cs typeface="Arial"/>
            </a:endParaRPr>
          </a:p>
          <a:p>
            <a:pPr algn="ctr" marL="3810">
              <a:lnSpc>
                <a:spcPct val="100000"/>
              </a:lnSpc>
            </a:pPr>
            <a:r>
              <a:rPr dirty="0" sz="2050" b="1">
                <a:solidFill>
                  <a:srgbClr val="4B5262"/>
                </a:solidFill>
                <a:latin typeface="Arial"/>
                <a:cs typeface="Arial"/>
              </a:rPr>
              <a:t>Tutor:</a:t>
            </a:r>
            <a:r>
              <a:rPr dirty="0" sz="2050" spc="-170" b="1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Ing.</a:t>
            </a:r>
            <a:r>
              <a:rPr dirty="0" sz="2100" spc="-15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Luis Anfbal</a:t>
            </a:r>
            <a:r>
              <a:rPr dirty="0" sz="2100" spc="70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4B5262"/>
                </a:solidFill>
                <a:latin typeface="Arial"/>
                <a:cs typeface="Arial"/>
              </a:rPr>
              <a:t>Chipuxi</a:t>
            </a:r>
            <a:r>
              <a:rPr dirty="0" sz="2100" spc="-4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Fajardo,</a:t>
            </a:r>
            <a:r>
              <a:rPr dirty="0" sz="2100" spc="-100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105">
                <a:solidFill>
                  <a:srgbClr val="4B5262"/>
                </a:solidFill>
                <a:latin typeface="Arial"/>
                <a:cs typeface="Arial"/>
              </a:rPr>
              <a:t>Mgtr.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00"/>
              </a:spcBef>
            </a:pPr>
            <a:r>
              <a:rPr dirty="0" sz="2100" spc="65">
                <a:solidFill>
                  <a:srgbClr val="4B5262"/>
                </a:solidFill>
                <a:latin typeface="Arial"/>
                <a:cs typeface="Arial"/>
              </a:rPr>
              <a:t>Desarrollo</a:t>
            </a:r>
            <a:r>
              <a:rPr dirty="0" sz="2100" spc="-7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4B5262"/>
                </a:solidFill>
                <a:latin typeface="Arial"/>
                <a:cs typeface="Arial"/>
              </a:rPr>
              <a:t>de</a:t>
            </a:r>
            <a:r>
              <a:rPr dirty="0" sz="2100" spc="-360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4B5262"/>
                </a:solidFill>
                <a:latin typeface="Arial"/>
                <a:cs typeface="Arial"/>
              </a:rPr>
              <a:t>Software</a:t>
            </a:r>
            <a:r>
              <a:rPr dirty="0" sz="2100" spc="-23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3000" spc="145">
                <a:solidFill>
                  <a:srgbClr val="38577B"/>
                </a:solidFill>
                <a:latin typeface="Arial"/>
                <a:cs typeface="Arial"/>
              </a:rPr>
              <a:t>I</a:t>
            </a:r>
            <a:r>
              <a:rPr dirty="0" sz="2100" spc="145">
                <a:solidFill>
                  <a:srgbClr val="4B5262"/>
                </a:solidFill>
                <a:latin typeface="Arial"/>
                <a:cs typeface="Arial"/>
              </a:rPr>
              <a:t>Quito</a:t>
            </a:r>
            <a:r>
              <a:rPr dirty="0" sz="2100" spc="-210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 spc="95">
                <a:solidFill>
                  <a:srgbClr val="4B5262"/>
                </a:solidFill>
                <a:latin typeface="Arial"/>
                <a:cs typeface="Arial"/>
              </a:rPr>
              <a:t>-</a:t>
            </a:r>
            <a:r>
              <a:rPr dirty="0" sz="2100" spc="-300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B5262"/>
                </a:solidFill>
                <a:latin typeface="Arial"/>
                <a:cs typeface="Arial"/>
              </a:rPr>
              <a:t>Ecuador</a:t>
            </a:r>
            <a:r>
              <a:rPr dirty="0" sz="2100" spc="-165">
                <a:solidFill>
                  <a:srgbClr val="4B5262"/>
                </a:solidFill>
                <a:latin typeface="Arial"/>
                <a:cs typeface="Arial"/>
              </a:rPr>
              <a:t> </a:t>
            </a:r>
            <a:r>
              <a:rPr dirty="0" sz="3000" spc="85">
                <a:solidFill>
                  <a:srgbClr val="38577B"/>
                </a:solidFill>
                <a:latin typeface="Arial"/>
                <a:cs typeface="Arial"/>
              </a:rPr>
              <a:t>I</a:t>
            </a:r>
            <a:r>
              <a:rPr dirty="0" sz="2100" spc="85">
                <a:solidFill>
                  <a:srgbClr val="4B5262"/>
                </a:solidFill>
                <a:latin typeface="Arial"/>
                <a:cs typeface="Arial"/>
              </a:rPr>
              <a:t>2026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7171" y="1023832"/>
            <a:ext cx="361810" cy="519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6917" y="1181335"/>
            <a:ext cx="314617" cy="519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9888" y="1023832"/>
            <a:ext cx="503387" cy="5197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0710" y="975696"/>
            <a:ext cx="1363980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50" spc="190" b="1">
                <a:solidFill>
                  <a:srgbClr val="032A4F"/>
                </a:solidFill>
                <a:latin typeface="Arial"/>
                <a:cs typeface="Arial"/>
              </a:rPr>
              <a:t>Intro</a:t>
            </a:r>
            <a:endParaRPr sz="425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088715" y="546507"/>
            <a:ext cx="46355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145" b="0">
                <a:solidFill>
                  <a:srgbClr val="032A4F"/>
                </a:solidFill>
                <a:latin typeface="Arial"/>
                <a:cs typeface="Arial"/>
              </a:rPr>
              <a:t>.</a:t>
            </a:r>
            <a:r>
              <a:rPr dirty="0" spc="-200" b="0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3250" spc="55" b="0">
                <a:solidFill>
                  <a:srgbClr val="032A4F"/>
                </a:solidFill>
                <a:latin typeface="Arial"/>
                <a:cs typeface="Arial"/>
              </a:rPr>
              <a:t>,</a:t>
            </a:r>
            <a:endParaRPr sz="3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03624" y="975696"/>
            <a:ext cx="1909445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50" spc="-10" b="1">
                <a:solidFill>
                  <a:srgbClr val="032A4F"/>
                </a:solidFill>
                <a:latin typeface="Arial"/>
                <a:cs typeface="Arial"/>
              </a:rPr>
              <a:t>ucc1on</a:t>
            </a:r>
            <a:endParaRPr sz="4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9736" y="975696"/>
            <a:ext cx="3935729" cy="673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97330" algn="l"/>
              </a:tabLst>
            </a:pPr>
            <a:r>
              <a:rPr dirty="0" sz="4250" spc="40" b="1">
                <a:solidFill>
                  <a:srgbClr val="032A4F"/>
                </a:solidFill>
                <a:latin typeface="Arial"/>
                <a:cs typeface="Arial"/>
              </a:rPr>
              <a:t>Pro</a:t>
            </a:r>
            <a:r>
              <a:rPr dirty="0" sz="4250" b="1">
                <a:solidFill>
                  <a:srgbClr val="032A4F"/>
                </a:solidFill>
                <a:latin typeface="Arial"/>
                <a:cs typeface="Arial"/>
              </a:rPr>
              <a:t>	</a:t>
            </a:r>
            <a:r>
              <a:rPr dirty="0" sz="4250" spc="135" b="1">
                <a:solidFill>
                  <a:srgbClr val="032A4F"/>
                </a:solidFill>
                <a:latin typeface="Arial"/>
                <a:cs typeface="Arial"/>
              </a:rPr>
              <a:t>emCltica</a:t>
            </a:r>
            <a:endParaRPr sz="4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6378" y="3176755"/>
            <a:ext cx="11890375" cy="1845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2050" spc="-35">
                <a:solidFill>
                  <a:srgbClr val="89A180"/>
                </a:solidFill>
                <a:latin typeface="Arial"/>
                <a:cs typeface="Arial"/>
              </a:rPr>
              <a:t>�</a:t>
            </a:r>
            <a:r>
              <a:rPr dirty="0" sz="2050" spc="-35">
                <a:solidFill>
                  <a:srgbClr val="0C0A13"/>
                </a:solidFill>
                <a:latin typeface="Arial"/>
                <a:cs typeface="Arial"/>
              </a:rPr>
              <a:t>Consultorio</a:t>
            </a:r>
            <a:r>
              <a:rPr dirty="0" sz="2050" spc="-235">
                <a:solidFill>
                  <a:srgbClr val="0C0A13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0C0A13"/>
                </a:solidFill>
                <a:latin typeface="Arial"/>
                <a:cs typeface="Arial"/>
              </a:rPr>
              <a:t>Dental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50">
              <a:latin typeface="Arial"/>
              <a:cs typeface="Arial"/>
            </a:endParaRPr>
          </a:p>
          <a:p>
            <a:pPr marL="14604" marR="3450590" indent="-2540">
              <a:lnSpc>
                <a:spcPct val="140100"/>
              </a:lnSpc>
            </a:pP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En</a:t>
            </a:r>
            <a:r>
              <a:rPr dirty="0" sz="2050" spc="-204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0"/>
                </a:solidFill>
                <a:latin typeface="Arial"/>
                <a:cs typeface="Arial"/>
              </a:rPr>
              <a:t>consultorios</a:t>
            </a:r>
            <a:r>
              <a:rPr dirty="0" sz="2050" spc="4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495260"/>
                </a:solidFill>
                <a:latin typeface="Arial"/>
                <a:cs typeface="Arial"/>
              </a:rPr>
              <a:t>odontol6gicos</a:t>
            </a:r>
            <a:r>
              <a:rPr dirty="0" sz="2050" spc="15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pequenos,</a:t>
            </a:r>
            <a:r>
              <a:rPr dirty="0" sz="2050" spc="-3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la</a:t>
            </a:r>
            <a:r>
              <a:rPr dirty="0" sz="2050" spc="-9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0"/>
                </a:solidFill>
                <a:latin typeface="Arial"/>
                <a:cs typeface="Arial"/>
              </a:rPr>
              <a:t>gesti6n</a:t>
            </a:r>
            <a:r>
              <a:rPr dirty="0" sz="2050" spc="-15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manual</a:t>
            </a:r>
            <a:r>
              <a:rPr dirty="0" sz="2050" spc="3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495260"/>
                </a:solidFill>
                <a:latin typeface="Arial"/>
                <a:cs typeface="Arial"/>
              </a:rPr>
              <a:t>mediante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cuadernos</a:t>
            </a:r>
            <a:r>
              <a:rPr dirty="0" sz="2050" spc="-2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u</a:t>
            </a:r>
            <a:r>
              <a:rPr dirty="0" sz="2050" spc="5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hojas </a:t>
            </a:r>
            <a:r>
              <a:rPr dirty="0" sz="2050" spc="50">
                <a:solidFill>
                  <a:srgbClr val="495260"/>
                </a:solidFill>
                <a:latin typeface="Arial"/>
                <a:cs typeface="Arial"/>
              </a:rPr>
              <a:t>de</a:t>
            </a:r>
            <a:r>
              <a:rPr dirty="0" sz="2050" spc="-19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0"/>
                </a:solidFill>
                <a:latin typeface="Arial"/>
                <a:cs typeface="Arial"/>
              </a:rPr>
              <a:t>calculo</a:t>
            </a:r>
            <a:r>
              <a:rPr dirty="0" sz="2050" spc="-15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genera</a:t>
            </a:r>
            <a:r>
              <a:rPr dirty="0" sz="2050" spc="-3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-75" b="1">
                <a:solidFill>
                  <a:srgbClr val="495260"/>
                </a:solidFill>
                <a:latin typeface="Arial"/>
                <a:cs typeface="Arial"/>
              </a:rPr>
              <a:t>desorganizaci6ne</a:t>
            </a:r>
            <a:r>
              <a:rPr dirty="0" sz="2200" spc="-185" b="1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495260"/>
                </a:solidFill>
                <a:latin typeface="Arial"/>
                <a:cs typeface="Arial"/>
              </a:rPr>
              <a:t>ineficiencia.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001" y="5409309"/>
            <a:ext cx="18796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50" b="1">
                <a:solidFill>
                  <a:srgbClr val="05A5C6"/>
                </a:solidFill>
                <a:latin typeface="Arial"/>
                <a:cs typeface="Arial"/>
              </a:rPr>
              <a:t>8</a:t>
            </a:r>
            <a:endParaRPr sz="2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9926" y="5421122"/>
            <a:ext cx="588962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solidFill>
                  <a:srgbClr val="495260"/>
                </a:solidFill>
                <a:latin typeface="Arial"/>
                <a:cs typeface="Arial"/>
              </a:rPr>
              <a:t>Duplicaci6n</a:t>
            </a:r>
            <a:r>
              <a:rPr dirty="0" sz="2300" spc="14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95260"/>
                </a:solidFill>
                <a:latin typeface="Arial"/>
                <a:cs typeface="Arial"/>
              </a:rPr>
              <a:t>de</a:t>
            </a:r>
            <a:r>
              <a:rPr dirty="0" sz="2300" spc="-11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495260"/>
                </a:solidFill>
                <a:latin typeface="Arial"/>
                <a:cs typeface="Arial"/>
              </a:rPr>
              <a:t>horarios</a:t>
            </a:r>
            <a:r>
              <a:rPr dirty="0" sz="2300" spc="5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50" spc="80">
                <a:solidFill>
                  <a:srgbClr val="495260"/>
                </a:solidFill>
                <a:latin typeface="Arial"/>
                <a:cs typeface="Arial"/>
              </a:rPr>
              <a:t>y</a:t>
            </a:r>
            <a:r>
              <a:rPr dirty="0" sz="2350" spc="-4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495260"/>
                </a:solidFill>
                <a:latin typeface="Arial"/>
                <a:cs typeface="Arial"/>
              </a:rPr>
              <a:t>errores</a:t>
            </a:r>
            <a:r>
              <a:rPr dirty="0" sz="2300" spc="5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495260"/>
                </a:solidFill>
                <a:latin typeface="Arial"/>
                <a:cs typeface="Arial"/>
              </a:rPr>
              <a:t>humanos.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9001" y="6228307"/>
            <a:ext cx="20002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50" b="1">
                <a:solidFill>
                  <a:srgbClr val="05A5C6"/>
                </a:solidFill>
                <a:latin typeface="Arial"/>
                <a:cs typeface="Arial"/>
              </a:rPr>
              <a:t>8</a:t>
            </a:r>
            <a:endParaRPr sz="2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9926" y="6244057"/>
            <a:ext cx="5280660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>
                <a:solidFill>
                  <a:srgbClr val="495260"/>
                </a:solidFill>
                <a:latin typeface="Arial"/>
                <a:cs typeface="Arial"/>
              </a:rPr>
              <a:t>Perdida</a:t>
            </a:r>
            <a:r>
              <a:rPr dirty="0" sz="2300" spc="9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95260"/>
                </a:solidFill>
                <a:latin typeface="Arial"/>
                <a:cs typeface="Arial"/>
              </a:rPr>
              <a:t>de</a:t>
            </a:r>
            <a:r>
              <a:rPr dirty="0" sz="2300" spc="-13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495260"/>
                </a:solidFill>
                <a:latin typeface="Arial"/>
                <a:cs typeface="Arial"/>
              </a:rPr>
              <a:t>informaci6n</a:t>
            </a:r>
            <a:r>
              <a:rPr dirty="0" sz="2300" spc="1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495260"/>
                </a:solidFill>
                <a:latin typeface="Arial"/>
                <a:cs typeface="Arial"/>
              </a:rPr>
              <a:t>administrativa.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9001" y="7047305"/>
            <a:ext cx="21209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45" b="1">
                <a:solidFill>
                  <a:srgbClr val="05A5C6"/>
                </a:solidFill>
                <a:latin typeface="Arial"/>
                <a:cs typeface="Arial"/>
              </a:rPr>
              <a:t>8</a:t>
            </a:r>
            <a:endParaRPr sz="2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9926" y="7063055"/>
            <a:ext cx="5986780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80">
                <a:solidFill>
                  <a:srgbClr val="495260"/>
                </a:solidFill>
                <a:latin typeface="Arial"/>
                <a:cs typeface="Arial"/>
              </a:rPr>
              <a:t>Dificultad</a:t>
            </a:r>
            <a:r>
              <a:rPr dirty="0" sz="2300" spc="-6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495260"/>
                </a:solidFill>
                <a:latin typeface="Arial"/>
                <a:cs typeface="Arial"/>
              </a:rPr>
              <a:t>para</a:t>
            </a:r>
            <a:r>
              <a:rPr dirty="0" sz="2300" spc="-12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60">
                <a:solidFill>
                  <a:srgbClr val="495260"/>
                </a:solidFill>
                <a:latin typeface="Arial"/>
                <a:cs typeface="Arial"/>
              </a:rPr>
              <a:t>consultar</a:t>
            </a:r>
            <a:r>
              <a:rPr dirty="0" sz="2300" spc="4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495260"/>
                </a:solidFill>
                <a:latin typeface="Arial"/>
                <a:cs typeface="Arial"/>
              </a:rPr>
              <a:t>disponibilidad</a:t>
            </a:r>
            <a:r>
              <a:rPr dirty="0" sz="2300" spc="-204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495260"/>
                </a:solidFill>
                <a:latin typeface="Arial"/>
                <a:cs typeface="Arial"/>
              </a:rPr>
              <a:t>real.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7077" y="7854491"/>
            <a:ext cx="810069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Surge</a:t>
            </a:r>
            <a:r>
              <a:rPr dirty="0" sz="2050" spc="-17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la</a:t>
            </a:r>
            <a:r>
              <a:rPr dirty="0" sz="2050" spc="-5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necesidad</a:t>
            </a:r>
            <a:r>
              <a:rPr dirty="0" sz="2050" spc="-7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0"/>
                </a:solidFill>
                <a:latin typeface="Arial"/>
                <a:cs typeface="Arial"/>
              </a:rPr>
              <a:t>de</a:t>
            </a:r>
            <a:r>
              <a:rPr dirty="0" sz="2050" spc="-22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0"/>
                </a:solidFill>
                <a:latin typeface="Arial"/>
                <a:cs typeface="Arial"/>
              </a:rPr>
              <a:t>una</a:t>
            </a:r>
            <a:r>
              <a:rPr dirty="0" sz="2050" spc="-13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0"/>
                </a:solidFill>
                <a:latin typeface="Arial"/>
                <a:cs typeface="Arial"/>
              </a:rPr>
              <a:t>soluci6n</a:t>
            </a:r>
            <a:r>
              <a:rPr dirty="0" sz="2050" spc="-13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105">
                <a:solidFill>
                  <a:srgbClr val="495260"/>
                </a:solidFill>
                <a:latin typeface="Arial"/>
                <a:cs typeface="Arial"/>
              </a:rPr>
              <a:t>digital,</a:t>
            </a:r>
            <a:r>
              <a:rPr dirty="0" sz="2050" spc="-26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0"/>
                </a:solidFill>
                <a:latin typeface="Arial"/>
                <a:cs typeface="Arial"/>
              </a:rPr>
              <a:t>accesible</a:t>
            </a:r>
            <a:r>
              <a:rPr dirty="0" sz="2050" spc="-7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100" spc="80">
                <a:solidFill>
                  <a:srgbClr val="495260"/>
                </a:solidFill>
                <a:latin typeface="Arial"/>
                <a:cs typeface="Arial"/>
              </a:rPr>
              <a:t>y</a:t>
            </a:r>
            <a:r>
              <a:rPr dirty="0" sz="2100" spc="-9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050" spc="140">
                <a:solidFill>
                  <a:srgbClr val="495260"/>
                </a:solidFill>
                <a:latin typeface="Arial"/>
                <a:cs typeface="Arial"/>
              </a:rPr>
              <a:t>offiine-</a:t>
            </a:r>
            <a:r>
              <a:rPr dirty="0" sz="2050" spc="105">
                <a:solidFill>
                  <a:srgbClr val="495260"/>
                </a:solidFill>
                <a:latin typeface="Arial"/>
                <a:cs typeface="Arial"/>
              </a:rPr>
              <a:t>first.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585" y="1023832"/>
            <a:ext cx="1038237" cy="677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3878" y="1181335"/>
            <a:ext cx="361810" cy="5197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36373" y="924511"/>
            <a:ext cx="278193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114" b="1">
                <a:solidFill>
                  <a:srgbClr val="032A4F"/>
                </a:solidFill>
                <a:latin typeface="Arial"/>
                <a:cs typeface="Arial"/>
              </a:rPr>
              <a:t>·etivos</a:t>
            </a:r>
            <a:r>
              <a:rPr dirty="0" sz="4450" spc="80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4450" spc="-85" b="1">
                <a:solidFill>
                  <a:srgbClr val="032A4F"/>
                </a:solidFill>
                <a:latin typeface="Arial"/>
                <a:cs typeface="Arial"/>
              </a:rPr>
              <a:t>Es</a:t>
            </a:r>
            <a:endParaRPr sz="445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60975" y="574070"/>
            <a:ext cx="866140" cy="6731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5465" algn="l"/>
              </a:tabLst>
            </a:pPr>
            <a:r>
              <a:rPr dirty="0" sz="2550" spc="-50" b="0">
                <a:solidFill>
                  <a:srgbClr val="032A4F"/>
                </a:solidFill>
                <a:latin typeface="Courier New"/>
                <a:cs typeface="Courier New"/>
              </a:rPr>
              <a:t>,</a:t>
            </a:r>
            <a:r>
              <a:rPr dirty="0" sz="2550" b="0">
                <a:solidFill>
                  <a:srgbClr val="032A4F"/>
                </a:solidFill>
                <a:latin typeface="Courier New"/>
                <a:cs typeface="Courier New"/>
              </a:rPr>
              <a:t>	</a:t>
            </a:r>
            <a:r>
              <a:rPr dirty="0" sz="4250" spc="-75" b="0">
                <a:solidFill>
                  <a:srgbClr val="032A4F"/>
                </a:solidFill>
                <a:latin typeface="Courier New"/>
                <a:cs typeface="Courier New"/>
              </a:rPr>
              <a:t>.</a:t>
            </a:r>
            <a:endParaRPr sz="42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9725" y="1054446"/>
            <a:ext cx="2233295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96645" algn="l"/>
              </a:tabLst>
            </a:pPr>
            <a:r>
              <a:rPr dirty="0" sz="3600" spc="-25" b="1">
                <a:solidFill>
                  <a:srgbClr val="032A4F"/>
                </a:solidFill>
                <a:latin typeface="Arial"/>
                <a:cs typeface="Arial"/>
              </a:rPr>
              <a:t>ec1</a:t>
            </a:r>
            <a:r>
              <a:rPr dirty="0" sz="3600" b="1">
                <a:solidFill>
                  <a:srgbClr val="032A4F"/>
                </a:solidFill>
                <a:latin typeface="Arial"/>
                <a:cs typeface="Arial"/>
              </a:rPr>
              <a:t>	</a:t>
            </a:r>
            <a:r>
              <a:rPr dirty="0" sz="3600" spc="-20" b="1">
                <a:solidFill>
                  <a:srgbClr val="032A4F"/>
                </a:solidFill>
                <a:latin typeface="Arial"/>
                <a:cs typeface="Arial"/>
              </a:rPr>
              <a:t>ICOS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1326" y="6118057"/>
            <a:ext cx="1048639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90" b="1">
                <a:solidFill>
                  <a:srgbClr val="485262"/>
                </a:solidFill>
                <a:latin typeface="Arial"/>
                <a:cs typeface="Arial"/>
              </a:rPr>
              <a:t>Disenar:</a:t>
            </a:r>
            <a:r>
              <a:rPr dirty="0" sz="2450" spc="-75" b="1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85">
                <a:solidFill>
                  <a:srgbClr val="485262"/>
                </a:solidFill>
                <a:latin typeface="Arial"/>
                <a:cs typeface="Arial"/>
              </a:rPr>
              <a:t>Deflnir</a:t>
            </a:r>
            <a:r>
              <a:rPr dirty="0" sz="2300" spc="14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la</a:t>
            </a:r>
            <a:r>
              <a:rPr dirty="0" sz="2300" spc="-11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485262"/>
                </a:solidFill>
                <a:latin typeface="Arial"/>
                <a:cs typeface="Arial"/>
              </a:rPr>
              <a:t>arquitectura</a:t>
            </a:r>
            <a:r>
              <a:rPr dirty="0" sz="2300" spc="16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del</a:t>
            </a:r>
            <a:r>
              <a:rPr dirty="0" sz="2300" spc="-8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sistema,</a:t>
            </a:r>
            <a:r>
              <a:rPr dirty="0" sz="2300" spc="-10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485262"/>
                </a:solidFill>
                <a:latin typeface="Arial"/>
                <a:cs typeface="Arial"/>
              </a:rPr>
              <a:t>base</a:t>
            </a:r>
            <a:r>
              <a:rPr dirty="0" sz="2300" spc="-6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de</a:t>
            </a:r>
            <a:r>
              <a:rPr dirty="0" sz="2300" spc="-15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datos</a:t>
            </a:r>
            <a:r>
              <a:rPr dirty="0" sz="2300" spc="-2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50" spc="55">
                <a:solidFill>
                  <a:srgbClr val="485262"/>
                </a:solidFill>
                <a:latin typeface="Arial"/>
                <a:cs typeface="Arial"/>
              </a:rPr>
              <a:t>y</a:t>
            </a:r>
            <a:r>
              <a:rPr dirty="0" sz="2350" spc="-6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m6dulos</a:t>
            </a:r>
            <a:r>
              <a:rPr dirty="0" sz="2300" spc="2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40">
                <a:solidFill>
                  <a:srgbClr val="485262"/>
                </a:solidFill>
                <a:latin typeface="Arial"/>
                <a:cs typeface="Arial"/>
              </a:rPr>
              <a:t>hfbridos.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3308" y="4930148"/>
            <a:ext cx="11202035" cy="2429510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339090" indent="-326390">
              <a:lnSpc>
                <a:spcPct val="100000"/>
              </a:lnSpc>
              <a:spcBef>
                <a:spcPts val="1805"/>
              </a:spcBef>
              <a:buClr>
                <a:srgbClr val="485262"/>
              </a:buClr>
              <a:buFont typeface="Arial"/>
              <a:buChar char="•"/>
              <a:tabLst>
                <a:tab pos="339090" algn="l"/>
                <a:tab pos="1067435" algn="l"/>
              </a:tabLst>
            </a:pPr>
            <a:r>
              <a:rPr dirty="0" sz="3650" spc="-300" b="1">
                <a:solidFill>
                  <a:srgbClr val="07A5C6"/>
                </a:solidFill>
                <a:latin typeface="Arial"/>
                <a:cs typeface="Arial"/>
              </a:rPr>
              <a:t>Q.</a:t>
            </a:r>
            <a:r>
              <a:rPr dirty="0" sz="3650" b="1">
                <a:solidFill>
                  <a:srgbClr val="07A5C6"/>
                </a:solidFill>
                <a:latin typeface="Arial"/>
                <a:cs typeface="Arial"/>
              </a:rPr>
              <a:t>	</a:t>
            </a:r>
            <a:r>
              <a:rPr dirty="0" sz="2450" spc="-110" b="1">
                <a:solidFill>
                  <a:srgbClr val="485262"/>
                </a:solidFill>
                <a:latin typeface="Arial"/>
                <a:cs typeface="Arial"/>
              </a:rPr>
              <a:t>Analizar:</a:t>
            </a:r>
            <a:r>
              <a:rPr dirty="0" sz="2450" spc="5" b="1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60">
                <a:solidFill>
                  <a:srgbClr val="485262"/>
                </a:solidFill>
                <a:latin typeface="Arial"/>
                <a:cs typeface="Arial"/>
              </a:rPr>
              <a:t>ldentificar</a:t>
            </a:r>
            <a:r>
              <a:rPr dirty="0" sz="2300" spc="10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necesidades</a:t>
            </a:r>
            <a:r>
              <a:rPr dirty="0" sz="2300" spc="4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485262"/>
                </a:solidFill>
                <a:latin typeface="Arial"/>
                <a:cs typeface="Arial"/>
              </a:rPr>
              <a:t>y</a:t>
            </a:r>
            <a:r>
              <a:rPr dirty="0" sz="2350" spc="-2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485262"/>
                </a:solidFill>
                <a:latin typeface="Arial"/>
                <a:cs typeface="Arial"/>
              </a:rPr>
              <a:t>errores</a:t>
            </a:r>
            <a:r>
              <a:rPr dirty="0" sz="2300" spc="1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del</a:t>
            </a:r>
            <a:r>
              <a:rPr dirty="0" sz="2300" spc="-13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agendamiento</a:t>
            </a:r>
            <a:r>
              <a:rPr dirty="0" sz="2300" spc="7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manual</a:t>
            </a:r>
            <a:r>
              <a:rPr dirty="0" sz="2300" spc="-1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485262"/>
                </a:solidFill>
                <a:latin typeface="Arial"/>
                <a:cs typeface="Arial"/>
              </a:rPr>
              <a:t>actual.</a:t>
            </a:r>
            <a:endParaRPr sz="2300">
              <a:latin typeface="Arial"/>
              <a:cs typeface="Arial"/>
            </a:endParaRPr>
          </a:p>
          <a:p>
            <a:pPr marL="358775" indent="-340360">
              <a:lnSpc>
                <a:spcPct val="100000"/>
              </a:lnSpc>
              <a:spcBef>
                <a:spcPts val="1814"/>
              </a:spcBef>
              <a:buClr>
                <a:srgbClr val="485262"/>
              </a:buClr>
              <a:buFont typeface="Arial"/>
              <a:buChar char="•"/>
              <a:tabLst>
                <a:tab pos="358775" algn="l"/>
              </a:tabLst>
            </a:pPr>
            <a:r>
              <a:rPr dirty="0" sz="3900" spc="-50" b="1">
                <a:solidFill>
                  <a:srgbClr val="07A5C6"/>
                </a:solidFill>
                <a:latin typeface="Arial"/>
                <a:cs typeface="Arial"/>
              </a:rPr>
              <a:t>X</a:t>
            </a:r>
            <a:endParaRPr sz="3900">
              <a:latin typeface="Arial"/>
              <a:cs typeface="Arial"/>
            </a:endParaRPr>
          </a:p>
          <a:p>
            <a:pPr marL="333375" indent="-319405">
              <a:lnSpc>
                <a:spcPct val="100000"/>
              </a:lnSpc>
              <a:spcBef>
                <a:spcPts val="2320"/>
              </a:spcBef>
              <a:buClr>
                <a:srgbClr val="485262"/>
              </a:buClr>
              <a:buChar char="•"/>
              <a:tabLst>
                <a:tab pos="333375" algn="l"/>
              </a:tabLst>
            </a:pPr>
            <a:r>
              <a:rPr dirty="0" sz="3350" spc="-325">
                <a:solidFill>
                  <a:srgbClr val="07A5C6"/>
                </a:solidFill>
                <a:latin typeface="Arial"/>
                <a:cs typeface="Arial"/>
              </a:rPr>
              <a:t>&lt;/&gt;</a:t>
            </a:r>
            <a:endParaRPr sz="3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1326" y="6937055"/>
            <a:ext cx="1229804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90" b="1">
                <a:solidFill>
                  <a:srgbClr val="485262"/>
                </a:solidFill>
                <a:latin typeface="Arial"/>
                <a:cs typeface="Arial"/>
              </a:rPr>
              <a:t>Desarrollar:</a:t>
            </a:r>
            <a:r>
              <a:rPr dirty="0" sz="2450" spc="-35" b="1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90">
                <a:solidFill>
                  <a:srgbClr val="485262"/>
                </a:solidFill>
                <a:latin typeface="Arial"/>
                <a:cs typeface="Arial"/>
              </a:rPr>
              <a:t>Construir</a:t>
            </a:r>
            <a:r>
              <a:rPr dirty="0" sz="2300" spc="204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la</a:t>
            </a:r>
            <a:r>
              <a:rPr dirty="0" sz="2300" spc="-14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485262"/>
                </a:solidFill>
                <a:latin typeface="Arial"/>
                <a:cs typeface="Arial"/>
              </a:rPr>
              <a:t>propuesta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 tecnol6gica</a:t>
            </a:r>
            <a:r>
              <a:rPr dirty="0" sz="2300" spc="14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485262"/>
                </a:solidFill>
                <a:latin typeface="Arial"/>
                <a:cs typeface="Arial"/>
              </a:rPr>
              <a:t>con</a:t>
            </a:r>
            <a:r>
              <a:rPr dirty="0" sz="2300" spc="-15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485262"/>
                </a:solidFill>
                <a:latin typeface="Arial"/>
                <a:cs typeface="Arial"/>
              </a:rPr>
              <a:t>Flutter,</a:t>
            </a:r>
            <a:r>
              <a:rPr dirty="0" sz="2300" spc="-18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Flask</a:t>
            </a:r>
            <a:r>
              <a:rPr dirty="0" sz="2300" spc="-8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485262"/>
                </a:solidFill>
                <a:latin typeface="Arial"/>
                <a:cs typeface="Arial"/>
              </a:rPr>
              <a:t>y</a:t>
            </a:r>
            <a:r>
              <a:rPr dirty="0" sz="2350" spc="-25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485262"/>
                </a:solidFill>
                <a:latin typeface="Arial"/>
                <a:cs typeface="Arial"/>
              </a:rPr>
              <a:t>sincronizaci6n</a:t>
            </a:r>
            <a:r>
              <a:rPr dirty="0" sz="2300" spc="-29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485262"/>
                </a:solidFill>
                <a:latin typeface="Arial"/>
                <a:cs typeface="Arial"/>
              </a:rPr>
              <a:t>de</a:t>
            </a:r>
            <a:r>
              <a:rPr dirty="0" sz="2300" spc="-180">
                <a:solidFill>
                  <a:srgbClr val="485262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485262"/>
                </a:solidFill>
                <a:latin typeface="Arial"/>
                <a:cs typeface="Arial"/>
              </a:rPr>
              <a:t>datos.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5455" y="1023832"/>
            <a:ext cx="3633830" cy="677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5778" y="4725074"/>
            <a:ext cx="582042" cy="629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60933" y="4709324"/>
            <a:ext cx="723619" cy="645748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38392" y="948134"/>
            <a:ext cx="3681095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577975" algn="l"/>
              </a:tabLst>
            </a:pPr>
            <a:r>
              <a:rPr dirty="0" spc="-10">
                <a:solidFill>
                  <a:srgbClr val="032A4F"/>
                </a:solidFill>
              </a:rPr>
              <a:t>Justi</a:t>
            </a:r>
            <a:r>
              <a:rPr dirty="0">
                <a:solidFill>
                  <a:srgbClr val="032A4F"/>
                </a:solidFill>
              </a:rPr>
              <a:t>	</a:t>
            </a:r>
            <a:r>
              <a:rPr dirty="0" spc="175">
                <a:solidFill>
                  <a:srgbClr val="032A4F"/>
                </a:solidFill>
              </a:rPr>
              <a:t>icaci6n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71380" y="4704498"/>
            <a:ext cx="21653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450" spc="75">
                <a:solidFill>
                  <a:srgbClr val="03A5C6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023182" y="4608146"/>
            <a:ext cx="322580" cy="774065"/>
          </a:xfrm>
          <a:custGeom>
            <a:avLst/>
            <a:gdLst/>
            <a:ahLst/>
            <a:cxnLst/>
            <a:rect l="l" t="t" r="r" b="b"/>
            <a:pathLst>
              <a:path w="322580" h="774064">
                <a:moveTo>
                  <a:pt x="322482" y="773532"/>
                </a:moveTo>
                <a:lnTo>
                  <a:pt x="0" y="773532"/>
                </a:lnTo>
                <a:lnTo>
                  <a:pt x="0" y="0"/>
                </a:lnTo>
                <a:lnTo>
                  <a:pt x="322482" y="0"/>
                </a:lnTo>
                <a:lnTo>
                  <a:pt x="322482" y="773532"/>
                </a:lnTo>
                <a:close/>
              </a:path>
            </a:pathLst>
          </a:custGeom>
          <a:solidFill>
            <a:srgbClr val="03A7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010490" y="4617873"/>
            <a:ext cx="39878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190">
                <a:solidFill>
                  <a:srgbClr val="F6F9F9"/>
                </a:solidFill>
                <a:latin typeface="Arial"/>
                <a:cs typeface="Arial"/>
              </a:rPr>
              <a:t>□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8128" y="5720371"/>
            <a:ext cx="4801870" cy="1991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-45" b="1">
                <a:solidFill>
                  <a:srgbClr val="032A4F"/>
                </a:solidFill>
                <a:latin typeface="Arial"/>
                <a:cs typeface="Arial"/>
              </a:rPr>
              <a:t>Para</a:t>
            </a:r>
            <a:r>
              <a:rPr dirty="0" sz="2850" spc="-65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32A4F"/>
                </a:solidFill>
                <a:latin typeface="Arial"/>
                <a:cs typeface="Arial"/>
              </a:rPr>
              <a:t>el</a:t>
            </a:r>
            <a:r>
              <a:rPr dirty="0" sz="2850" spc="-190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2850" spc="-35" b="1">
                <a:solidFill>
                  <a:srgbClr val="032A4F"/>
                </a:solidFill>
                <a:latin typeface="Arial"/>
                <a:cs typeface="Arial"/>
              </a:rPr>
              <a:t>Profesional</a:t>
            </a:r>
            <a:endParaRPr sz="2850">
              <a:latin typeface="Arial"/>
              <a:cs typeface="Arial"/>
            </a:endParaRPr>
          </a:p>
          <a:p>
            <a:pPr marL="22225" marR="5080" indent="-635">
              <a:lnSpc>
                <a:spcPct val="142000"/>
              </a:lnSpc>
              <a:spcBef>
                <a:spcPts val="1495"/>
              </a:spcBef>
            </a:pPr>
            <a:r>
              <a:rPr dirty="0" sz="2050" spc="55">
                <a:solidFill>
                  <a:srgbClr val="495262"/>
                </a:solidFill>
                <a:latin typeface="Arial"/>
                <a:cs typeface="Arial"/>
              </a:rPr>
              <a:t>Visualizaci6n</a:t>
            </a:r>
            <a:r>
              <a:rPr dirty="0" sz="2050" spc="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clara</a:t>
            </a:r>
            <a:r>
              <a:rPr dirty="0" sz="2050" spc="-8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1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6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495262"/>
                </a:solidFill>
                <a:latin typeface="Arial"/>
                <a:cs typeface="Arial"/>
              </a:rPr>
              <a:t>agenda,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optimizaci6n</a:t>
            </a:r>
            <a:r>
              <a:rPr dirty="0" sz="2050" spc="-4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del</a:t>
            </a:r>
            <a:r>
              <a:rPr dirty="0" sz="2050" spc="-1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14">
                <a:solidFill>
                  <a:srgbClr val="495262"/>
                </a:solidFill>
                <a:latin typeface="Arial"/>
                <a:cs typeface="Arial"/>
              </a:rPr>
              <a:t>tiempo</a:t>
            </a:r>
            <a:r>
              <a:rPr dirty="0" sz="2050" spc="-18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100" spc="135">
                <a:solidFill>
                  <a:srgbClr val="495262"/>
                </a:solidFill>
                <a:latin typeface="Arial"/>
                <a:cs typeface="Arial"/>
              </a:rPr>
              <a:t>y</a:t>
            </a:r>
            <a:r>
              <a:rPr dirty="0" sz="2100" spc="-254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reducci6n</a:t>
            </a:r>
            <a:r>
              <a:rPr dirty="0" sz="2050" spc="-1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de 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1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495262"/>
                </a:solidFill>
                <a:latin typeface="Arial"/>
                <a:cs typeface="Arial"/>
              </a:rPr>
              <a:t>carga</a:t>
            </a:r>
            <a:r>
              <a:rPr dirty="0" sz="2050" spc="-114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00">
                <a:solidFill>
                  <a:srgbClr val="495262"/>
                </a:solidFill>
                <a:latin typeface="Arial"/>
                <a:cs typeface="Arial"/>
              </a:rPr>
              <a:t>administrativa</a:t>
            </a:r>
            <a:r>
              <a:rPr dirty="0" sz="2050" spc="-17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495262"/>
                </a:solidFill>
                <a:latin typeface="Arial"/>
                <a:cs typeface="Arial"/>
              </a:rPr>
              <a:t>manual.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8117" y="5712496"/>
            <a:ext cx="2686050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50" spc="-45" b="1">
                <a:solidFill>
                  <a:srgbClr val="032A4F"/>
                </a:solidFill>
                <a:latin typeface="Arial"/>
                <a:cs typeface="Arial"/>
              </a:rPr>
              <a:t>Para</a:t>
            </a:r>
            <a:r>
              <a:rPr dirty="0" sz="2850" spc="-65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32A4F"/>
                </a:solidFill>
                <a:latin typeface="Arial"/>
                <a:cs typeface="Arial"/>
              </a:rPr>
              <a:t>el</a:t>
            </a:r>
            <a:r>
              <a:rPr dirty="0" sz="2850" spc="-190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2850" spc="-50" b="1">
                <a:solidFill>
                  <a:srgbClr val="032A4F"/>
                </a:solidFill>
                <a:latin typeface="Arial"/>
                <a:cs typeface="Arial"/>
              </a:rPr>
              <a:t>Paciente</a:t>
            </a:r>
            <a:endParaRPr sz="2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92111" y="5712496"/>
            <a:ext cx="3514725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-10" b="1">
                <a:solidFill>
                  <a:srgbClr val="032A4F"/>
                </a:solidFill>
                <a:latin typeface="Arial"/>
                <a:cs typeface="Arial"/>
              </a:rPr>
              <a:t>Continuidad</a:t>
            </a:r>
            <a:r>
              <a:rPr dirty="0" sz="2850" spc="-40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2850" spc="-55" b="1">
                <a:solidFill>
                  <a:srgbClr val="032A4F"/>
                </a:solidFill>
                <a:latin typeface="Arial"/>
                <a:cs typeface="Arial"/>
              </a:rPr>
              <a:t>Tecnica</a:t>
            </a:r>
            <a:endParaRPr sz="2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0545" y="6331469"/>
            <a:ext cx="4662805" cy="138049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6510" marR="5080" indent="-4445">
              <a:lnSpc>
                <a:spcPct val="143700"/>
              </a:lnSpc>
              <a:spcBef>
                <a:spcPts val="160"/>
              </a:spcBef>
            </a:pP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Facilidad</a:t>
            </a:r>
            <a:r>
              <a:rPr dirty="0" sz="2050" spc="-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para</a:t>
            </a:r>
            <a:r>
              <a:rPr dirty="0" sz="2050" spc="-2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reservar,</a:t>
            </a:r>
            <a:r>
              <a:rPr dirty="0" sz="2050" spc="-3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cancelar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50">
                <a:solidFill>
                  <a:srgbClr val="495262"/>
                </a:solidFill>
                <a:latin typeface="Arial"/>
                <a:cs typeface="Arial"/>
              </a:rPr>
              <a:t>o </a:t>
            </a:r>
            <a:r>
              <a:rPr dirty="0" sz="2050" spc="70">
                <a:solidFill>
                  <a:srgbClr val="495262"/>
                </a:solidFill>
                <a:latin typeface="Arial"/>
                <a:cs typeface="Arial"/>
              </a:rPr>
              <a:t>reprogramar</a:t>
            </a:r>
            <a:r>
              <a:rPr dirty="0" sz="2050" spc="-8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495262"/>
                </a:solidFill>
                <a:latin typeface="Arial"/>
                <a:cs typeface="Arial"/>
              </a:rPr>
              <a:t>citas</a:t>
            </a:r>
            <a:r>
              <a:rPr dirty="0" sz="2050" spc="-1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26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00">
                <a:solidFill>
                  <a:srgbClr val="495262"/>
                </a:solidFill>
                <a:latin typeface="Arial"/>
                <a:cs typeface="Arial"/>
              </a:rPr>
              <a:t>forma</a:t>
            </a:r>
            <a:r>
              <a:rPr dirty="0" sz="2050" spc="-15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495262"/>
                </a:solidFill>
                <a:latin typeface="Arial"/>
                <a:cs typeface="Arial"/>
              </a:rPr>
              <a:t>rapida, </a:t>
            </a:r>
            <a:r>
              <a:rPr dirty="0" sz="2050" spc="70">
                <a:solidFill>
                  <a:srgbClr val="495262"/>
                </a:solidFill>
                <a:latin typeface="Arial"/>
                <a:cs typeface="Arial"/>
              </a:rPr>
              <a:t>mejorando</a:t>
            </a:r>
            <a:r>
              <a:rPr dirty="0" sz="2050" spc="-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su</a:t>
            </a:r>
            <a:r>
              <a:rPr dirty="0" sz="2050" spc="-2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experiencia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28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495262"/>
                </a:solidFill>
                <a:latin typeface="Arial"/>
                <a:cs typeface="Arial"/>
              </a:rPr>
              <a:t>atenci6n.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95364" y="6331469"/>
            <a:ext cx="4481195" cy="138176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6510" marR="5080" indent="-4445">
              <a:lnSpc>
                <a:spcPct val="142700"/>
              </a:lnSpc>
              <a:spcBef>
                <a:spcPts val="185"/>
              </a:spcBef>
            </a:pP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Garantiza</a:t>
            </a:r>
            <a:r>
              <a:rPr dirty="0" sz="2050" spc="-8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2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gesti6n</a:t>
            </a:r>
            <a:r>
              <a:rPr dirty="0" sz="2050" spc="-19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24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495262"/>
                </a:solidFill>
                <a:latin typeface="Arial"/>
                <a:cs typeface="Arial"/>
              </a:rPr>
              <a:t>datos</a:t>
            </a:r>
            <a:r>
              <a:rPr dirty="0" sz="2050" spc="-14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495262"/>
                </a:solidFill>
                <a:latin typeface="Arial"/>
                <a:cs typeface="Arial"/>
              </a:rPr>
              <a:t>incluso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sin</a:t>
            </a:r>
            <a:r>
              <a:rPr dirty="0" sz="2050" spc="-15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conexi6n</a:t>
            </a:r>
            <a:r>
              <a:rPr dirty="0" sz="2050" spc="-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30">
                <a:solidFill>
                  <a:srgbClr val="495262"/>
                </a:solidFill>
                <a:latin typeface="Arial"/>
                <a:cs typeface="Arial"/>
              </a:rPr>
              <a:t>a</a:t>
            </a:r>
            <a:r>
              <a:rPr dirty="0" sz="2050" spc="-13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05">
                <a:solidFill>
                  <a:srgbClr val="495262"/>
                </a:solidFill>
                <a:latin typeface="Arial"/>
                <a:cs typeface="Arial"/>
              </a:rPr>
              <a:t>Internet</a:t>
            </a:r>
            <a:r>
              <a:rPr dirty="0" sz="2050" spc="-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gracias</a:t>
            </a:r>
            <a:r>
              <a:rPr dirty="0" sz="2050" spc="-3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30">
                <a:solidFill>
                  <a:srgbClr val="495262"/>
                </a:solidFill>
                <a:latin typeface="Arial"/>
                <a:cs typeface="Arial"/>
              </a:rPr>
              <a:t>a</a:t>
            </a:r>
            <a:r>
              <a:rPr dirty="0" sz="2050" spc="-13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495262"/>
                </a:solidFill>
                <a:latin typeface="Arial"/>
                <a:cs typeface="Arial"/>
              </a:rPr>
              <a:t>la </a:t>
            </a:r>
            <a:r>
              <a:rPr dirty="0" sz="2050" spc="85">
                <a:solidFill>
                  <a:srgbClr val="495262"/>
                </a:solidFill>
                <a:latin typeface="Arial"/>
                <a:cs typeface="Arial"/>
              </a:rPr>
              <a:t>arquitectura</a:t>
            </a:r>
            <a:r>
              <a:rPr dirty="0" sz="2050" spc="1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95262"/>
                </a:solidFill>
                <a:latin typeface="Arial"/>
                <a:cs typeface="Arial"/>
              </a:rPr>
              <a:t>Offiine-</a:t>
            </a:r>
            <a:r>
              <a:rPr dirty="0" sz="2100" spc="-10" b="1">
                <a:solidFill>
                  <a:srgbClr val="495262"/>
                </a:solidFill>
                <a:latin typeface="Arial"/>
                <a:cs typeface="Arial"/>
              </a:rPr>
              <a:t>First.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23832"/>
            <a:ext cx="3193366" cy="677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4226" y="1023832"/>
            <a:ext cx="361810" cy="51974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38237" y="4583324"/>
            <a:ext cx="6623050" cy="3055620"/>
            <a:chOff x="1038237" y="4583324"/>
            <a:chExt cx="6623050" cy="305562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8237" y="4583324"/>
              <a:ext cx="6622695" cy="3055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8933" y="4630575"/>
              <a:ext cx="739350" cy="8977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11323" y="5528322"/>
              <a:ext cx="755081" cy="91349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71049" y="4819574"/>
            <a:ext cx="660696" cy="708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3857" y="5638571"/>
            <a:ext cx="471926" cy="1417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38426" y="6473319"/>
            <a:ext cx="550580" cy="472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03673" y="5386572"/>
            <a:ext cx="707889" cy="10237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46366" y="6741069"/>
            <a:ext cx="739350" cy="8977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01255" y="7749065"/>
            <a:ext cx="629234" cy="12599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669885" y="6945816"/>
            <a:ext cx="0" cy="473075"/>
          </a:xfrm>
          <a:custGeom>
            <a:avLst/>
            <a:gdLst/>
            <a:ahLst/>
            <a:cxnLst/>
            <a:rect l="l" t="t" r="r" b="b"/>
            <a:pathLst>
              <a:path w="0" h="473075">
                <a:moveTo>
                  <a:pt x="0" y="47249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96869" y="5811819"/>
            <a:ext cx="0" cy="661670"/>
          </a:xfrm>
          <a:custGeom>
            <a:avLst/>
            <a:gdLst/>
            <a:ahLst/>
            <a:cxnLst/>
            <a:rect l="l" t="t" r="r" b="b"/>
            <a:pathLst>
              <a:path w="0" h="661670">
                <a:moveTo>
                  <a:pt x="0" y="661498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05872" y="5811819"/>
            <a:ext cx="0" cy="740410"/>
          </a:xfrm>
          <a:custGeom>
            <a:avLst/>
            <a:gdLst/>
            <a:ahLst/>
            <a:cxnLst/>
            <a:rect l="l" t="t" r="r" b="b"/>
            <a:pathLst>
              <a:path w="0" h="740409">
                <a:moveTo>
                  <a:pt x="0" y="740248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439607" y="5166070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10">
                <a:moveTo>
                  <a:pt x="0" y="3464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13737" y="4567572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5" h="0">
                <a:moveTo>
                  <a:pt x="0" y="0"/>
                </a:moveTo>
                <a:lnTo>
                  <a:pt x="582041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60930" y="4819571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002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24920" y="4874696"/>
            <a:ext cx="645160" cy="0"/>
          </a:xfrm>
          <a:custGeom>
            <a:avLst/>
            <a:gdLst/>
            <a:ahLst/>
            <a:cxnLst/>
            <a:rect l="l" t="t" r="r" b="b"/>
            <a:pathLst>
              <a:path w="645159" h="0">
                <a:moveTo>
                  <a:pt x="0" y="0"/>
                </a:moveTo>
                <a:lnTo>
                  <a:pt x="644965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46125" y="5638569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 h="0">
                <a:moveTo>
                  <a:pt x="0" y="0"/>
                </a:moveTo>
                <a:lnTo>
                  <a:pt x="361809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89977" y="6528442"/>
            <a:ext cx="629285" cy="8255"/>
          </a:xfrm>
          <a:custGeom>
            <a:avLst/>
            <a:gdLst/>
            <a:ahLst/>
            <a:cxnLst/>
            <a:rect l="l" t="t" r="r" b="b"/>
            <a:pathLst>
              <a:path w="629285" h="8254">
                <a:moveTo>
                  <a:pt x="0" y="0"/>
                </a:moveTo>
                <a:lnTo>
                  <a:pt x="251693" y="0"/>
                </a:lnTo>
              </a:path>
              <a:path w="629285" h="8254">
                <a:moveTo>
                  <a:pt x="267424" y="7874"/>
                </a:moveTo>
                <a:lnTo>
                  <a:pt x="629234" y="7874"/>
                </a:lnTo>
              </a:path>
            </a:pathLst>
          </a:custGeom>
          <a:ln w="629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77774" y="6937941"/>
            <a:ext cx="849630" cy="0"/>
          </a:xfrm>
          <a:custGeom>
            <a:avLst/>
            <a:gdLst/>
            <a:ahLst/>
            <a:cxnLst/>
            <a:rect l="l" t="t" r="r" b="b"/>
            <a:pathLst>
              <a:path w="849629" h="0">
                <a:moveTo>
                  <a:pt x="0" y="0"/>
                </a:moveTo>
                <a:lnTo>
                  <a:pt x="849466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38423" y="7394690"/>
            <a:ext cx="1573530" cy="0"/>
          </a:xfrm>
          <a:custGeom>
            <a:avLst/>
            <a:gdLst/>
            <a:ahLst/>
            <a:cxnLst/>
            <a:rect l="l" t="t" r="r" b="b"/>
            <a:pathLst>
              <a:path w="1573529" h="0">
                <a:moveTo>
                  <a:pt x="0" y="0"/>
                </a:moveTo>
                <a:lnTo>
                  <a:pt x="1573086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327490" y="704008"/>
            <a:ext cx="123189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-50">
                <a:solidFill>
                  <a:srgbClr val="032A4F"/>
                </a:solidFill>
                <a:latin typeface="Times New Roman"/>
                <a:cs typeface="Times New Roman"/>
              </a:rPr>
              <a:t>,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4623329" y="948134"/>
            <a:ext cx="6899909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131570" algn="l"/>
                <a:tab pos="4288790" algn="l"/>
              </a:tabLst>
            </a:pPr>
            <a:r>
              <a:rPr dirty="0" sz="3600" spc="110">
                <a:solidFill>
                  <a:srgbClr val="032A4F"/>
                </a:solidFill>
              </a:rPr>
              <a:t>1a</a:t>
            </a:r>
            <a:r>
              <a:rPr dirty="0" sz="3600">
                <a:solidFill>
                  <a:srgbClr val="032A4F"/>
                </a:solidFill>
              </a:rPr>
              <a:t>	</a:t>
            </a:r>
            <a:r>
              <a:rPr dirty="0" spc="195">
                <a:solidFill>
                  <a:srgbClr val="032A4F"/>
                </a:solidFill>
              </a:rPr>
              <a:t>e</a:t>
            </a:r>
            <a:r>
              <a:rPr dirty="0" spc="229">
                <a:solidFill>
                  <a:srgbClr val="032A4F"/>
                </a:solidFill>
              </a:rPr>
              <a:t> </a:t>
            </a:r>
            <a:r>
              <a:rPr dirty="0" spc="150">
                <a:solidFill>
                  <a:srgbClr val="032A4F"/>
                </a:solidFill>
              </a:rPr>
              <a:t>Desarro</a:t>
            </a:r>
            <a:r>
              <a:rPr dirty="0">
                <a:solidFill>
                  <a:srgbClr val="032A4F"/>
                </a:solidFill>
              </a:rPr>
              <a:t>	</a:t>
            </a:r>
            <a:r>
              <a:rPr dirty="0" spc="60">
                <a:solidFill>
                  <a:srgbClr val="032A4F"/>
                </a:solidFill>
              </a:rPr>
              <a:t>o:</a:t>
            </a:r>
            <a:r>
              <a:rPr dirty="0" spc="-95">
                <a:solidFill>
                  <a:srgbClr val="032A4F"/>
                </a:solidFill>
              </a:rPr>
              <a:t> </a:t>
            </a:r>
            <a:r>
              <a:rPr dirty="0" spc="204">
                <a:solidFill>
                  <a:srgbClr val="032A4F"/>
                </a:solidFill>
              </a:rPr>
              <a:t>Scrum</a:t>
            </a:r>
            <a:endParaRPr sz="3600"/>
          </a:p>
        </p:txBody>
      </p:sp>
      <p:sp>
        <p:nvSpPr>
          <p:cNvPr id="27" name="object 27"/>
          <p:cNvSpPr txBox="1"/>
          <p:nvPr/>
        </p:nvSpPr>
        <p:spPr>
          <a:xfrm>
            <a:off x="910906" y="3503564"/>
            <a:ext cx="2882265" cy="493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-430" b="1">
                <a:solidFill>
                  <a:srgbClr val="2D2D2D"/>
                </a:solidFill>
                <a:latin typeface="Times New Roman"/>
                <a:cs typeface="Times New Roman"/>
              </a:rPr>
              <a:t>SCRUM</a:t>
            </a:r>
            <a:r>
              <a:rPr dirty="0" sz="3050" spc="380" b="1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2800" spc="-300" b="1">
                <a:solidFill>
                  <a:srgbClr val="2D2D2D"/>
                </a:solidFill>
                <a:latin typeface="Arial"/>
                <a:cs typeface="Arial"/>
              </a:rPr>
              <a:t>PROCES</a:t>
            </a:r>
            <a:r>
              <a:rPr dirty="0" sz="2800" spc="-300" b="1">
                <a:solidFill>
                  <a:srgbClr val="C1C1C1"/>
                </a:solidFill>
                <a:latin typeface="Arial"/>
                <a:cs typeface="Arial"/>
              </a:rPr>
              <a:t>,</a:t>
            </a:r>
            <a:r>
              <a:rPr dirty="0" sz="2800" spc="-300" b="1">
                <a:solidFill>
                  <a:srgbClr val="2D2D2D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60949" y="4403397"/>
            <a:ext cx="438784" cy="774065"/>
            <a:chOff x="3660949" y="4403397"/>
            <a:chExt cx="438784" cy="774065"/>
          </a:xfrm>
        </p:grpSpPr>
        <p:sp>
          <p:nvSpPr>
            <p:cNvPr id="29" name="object 29"/>
            <p:cNvSpPr/>
            <p:nvPr/>
          </p:nvSpPr>
          <p:spPr>
            <a:xfrm>
              <a:off x="3660949" y="4403397"/>
              <a:ext cx="280035" cy="774065"/>
            </a:xfrm>
            <a:custGeom>
              <a:avLst/>
              <a:gdLst/>
              <a:ahLst/>
              <a:cxnLst/>
              <a:rect l="l" t="t" r="r" b="b"/>
              <a:pathLst>
                <a:path w="280035" h="774064">
                  <a:moveTo>
                    <a:pt x="279820" y="773532"/>
                  </a:moveTo>
                  <a:lnTo>
                    <a:pt x="0" y="773532"/>
                  </a:lnTo>
                  <a:lnTo>
                    <a:pt x="0" y="0"/>
                  </a:lnTo>
                  <a:lnTo>
                    <a:pt x="279820" y="0"/>
                  </a:lnTo>
                  <a:lnTo>
                    <a:pt x="279820" y="773532"/>
                  </a:lnTo>
                  <a:close/>
                </a:path>
              </a:pathLst>
            </a:custGeom>
            <a:solidFill>
              <a:srgbClr val="9A5D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957866" y="4403397"/>
              <a:ext cx="141605" cy="774065"/>
            </a:xfrm>
            <a:custGeom>
              <a:avLst/>
              <a:gdLst/>
              <a:ahLst/>
              <a:cxnLst/>
              <a:rect l="l" t="t" r="r" b="b"/>
              <a:pathLst>
                <a:path w="141604" h="774064">
                  <a:moveTo>
                    <a:pt x="141577" y="773532"/>
                  </a:moveTo>
                  <a:lnTo>
                    <a:pt x="0" y="773532"/>
                  </a:lnTo>
                  <a:lnTo>
                    <a:pt x="0" y="0"/>
                  </a:lnTo>
                  <a:lnTo>
                    <a:pt x="141577" y="0"/>
                  </a:lnTo>
                  <a:lnTo>
                    <a:pt x="141577" y="773532"/>
                  </a:lnTo>
                  <a:close/>
                </a:path>
              </a:pathLst>
            </a:custGeom>
            <a:solidFill>
              <a:srgbClr val="BC5DB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648250" y="4413124"/>
            <a:ext cx="65595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20">
                <a:solidFill>
                  <a:srgbClr val="F7E4F6"/>
                </a:solidFill>
                <a:latin typeface="Arial"/>
                <a:cs typeface="Arial"/>
              </a:rPr>
              <a:t>.,,</a:t>
            </a:r>
            <a:r>
              <a:rPr dirty="0" sz="4450" spc="-20">
                <a:solidFill>
                  <a:srgbClr val="E149C4"/>
                </a:solidFill>
                <a:latin typeface="Arial"/>
                <a:cs typeface="Arial"/>
              </a:rPr>
              <a:t>,</a:t>
            </a:r>
            <a:endParaRPr sz="44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94572" y="4812763"/>
            <a:ext cx="133985" cy="365760"/>
          </a:xfrm>
          <a:custGeom>
            <a:avLst/>
            <a:gdLst/>
            <a:ahLst/>
            <a:cxnLst/>
            <a:rect l="l" t="t" r="r" b="b"/>
            <a:pathLst>
              <a:path w="133985" h="365760">
                <a:moveTo>
                  <a:pt x="133712" y="365742"/>
                </a:moveTo>
                <a:lnTo>
                  <a:pt x="0" y="365742"/>
                </a:lnTo>
                <a:lnTo>
                  <a:pt x="0" y="0"/>
                </a:lnTo>
                <a:lnTo>
                  <a:pt x="133712" y="0"/>
                </a:lnTo>
                <a:lnTo>
                  <a:pt x="133712" y="365742"/>
                </a:lnTo>
                <a:close/>
              </a:path>
            </a:pathLst>
          </a:custGeom>
          <a:solidFill>
            <a:srgbClr val="9A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581874" y="4810811"/>
            <a:ext cx="95250" cy="351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100" spc="-100">
                <a:solidFill>
                  <a:srgbClr val="F7E4F6"/>
                </a:solidFill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953186" y="5009238"/>
            <a:ext cx="8255" cy="113030"/>
          </a:xfrm>
          <a:custGeom>
            <a:avLst/>
            <a:gdLst/>
            <a:ahLst/>
            <a:cxnLst/>
            <a:rect l="l" t="t" r="r" b="b"/>
            <a:pathLst>
              <a:path w="8254" h="113029">
                <a:moveTo>
                  <a:pt x="7865" y="112806"/>
                </a:moveTo>
                <a:lnTo>
                  <a:pt x="0" y="112806"/>
                </a:lnTo>
                <a:lnTo>
                  <a:pt x="0" y="0"/>
                </a:lnTo>
                <a:lnTo>
                  <a:pt x="7865" y="0"/>
                </a:lnTo>
                <a:lnTo>
                  <a:pt x="7865" y="112806"/>
                </a:lnTo>
                <a:close/>
              </a:path>
            </a:pathLst>
          </a:custGeom>
          <a:solidFill>
            <a:srgbClr val="9A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940488" y="4999811"/>
            <a:ext cx="214629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0815" algn="l"/>
              </a:tabLst>
            </a:pPr>
            <a:r>
              <a:rPr dirty="0" sz="650" spc="-50">
                <a:solidFill>
                  <a:srgbClr val="F4C8F6"/>
                </a:solidFill>
                <a:latin typeface="Arial"/>
                <a:cs typeface="Arial"/>
              </a:rPr>
              <a:t>I</a:t>
            </a:r>
            <a:r>
              <a:rPr dirty="0" sz="650">
                <a:solidFill>
                  <a:srgbClr val="F4C8F6"/>
                </a:solidFill>
                <a:latin typeface="Arial"/>
                <a:cs typeface="Arial"/>
              </a:rPr>
              <a:t>	</a:t>
            </a:r>
            <a:r>
              <a:rPr dirty="0" sz="650" spc="-355">
                <a:solidFill>
                  <a:srgbClr val="E149C4"/>
                </a:solidFill>
                <a:latin typeface="Arial"/>
                <a:cs typeface="Arial"/>
              </a:rPr>
              <a:t>·�,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47619" y="5074835"/>
            <a:ext cx="110489" cy="220345"/>
          </a:xfrm>
          <a:custGeom>
            <a:avLst/>
            <a:gdLst/>
            <a:ahLst/>
            <a:cxnLst/>
            <a:rect l="l" t="t" r="r" b="b"/>
            <a:pathLst>
              <a:path w="110489" h="220345">
                <a:moveTo>
                  <a:pt x="110116" y="219920"/>
                </a:moveTo>
                <a:lnTo>
                  <a:pt x="0" y="219920"/>
                </a:lnTo>
                <a:lnTo>
                  <a:pt x="0" y="0"/>
                </a:lnTo>
                <a:lnTo>
                  <a:pt x="110116" y="0"/>
                </a:lnTo>
                <a:lnTo>
                  <a:pt x="110116" y="219920"/>
                </a:lnTo>
                <a:close/>
              </a:path>
            </a:pathLst>
          </a:custGeom>
          <a:solidFill>
            <a:srgbClr val="9A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834920" y="5070685"/>
            <a:ext cx="3695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80035" algn="l"/>
              </a:tabLst>
            </a:pPr>
            <a:r>
              <a:rPr dirty="0" sz="1200" spc="-535" b="1">
                <a:solidFill>
                  <a:srgbClr val="F4C8F6"/>
                </a:solidFill>
                <a:latin typeface="Arial"/>
                <a:cs typeface="Arial"/>
              </a:rPr>
              <a:t>0</a:t>
            </a:r>
            <a:r>
              <a:rPr dirty="0" sz="1200" b="1">
                <a:solidFill>
                  <a:srgbClr val="F4C8F6"/>
                </a:solidFill>
                <a:latin typeface="Arial"/>
                <a:cs typeface="Arial"/>
              </a:rPr>
              <a:t>	</a:t>
            </a:r>
            <a:r>
              <a:rPr dirty="0" sz="1200" spc="-35">
                <a:solidFill>
                  <a:srgbClr val="E149C4"/>
                </a:solidFill>
                <a:latin typeface="Arial"/>
                <a:cs typeface="Arial"/>
              </a:rPr>
              <a:t>.'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45042" y="5547122"/>
            <a:ext cx="69850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50" b="1">
                <a:solidFill>
                  <a:srgbClr val="6B6B6B"/>
                </a:solidFill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88047" y="6299182"/>
            <a:ext cx="829944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370" b="1">
                <a:solidFill>
                  <a:srgbClr val="2D2D2D"/>
                </a:solidFill>
                <a:latin typeface="Arial"/>
                <a:cs typeface="Arial"/>
              </a:rPr>
              <a:t>2-</a:t>
            </a:r>
            <a:r>
              <a:rPr dirty="0" sz="1950" spc="-459" b="1">
                <a:solidFill>
                  <a:srgbClr val="2D2D2D"/>
                </a:solidFill>
                <a:latin typeface="Arial"/>
                <a:cs typeface="Arial"/>
              </a:rPr>
              <a:t>4</a:t>
            </a:r>
            <a:r>
              <a:rPr dirty="0" sz="1950" spc="-120" b="1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455" b="1">
                <a:solidFill>
                  <a:srgbClr val="495462"/>
                </a:solidFill>
                <a:latin typeface="Arial"/>
                <a:cs typeface="Arial"/>
              </a:rPr>
              <a:t>WU</a:t>
            </a:r>
            <a:r>
              <a:rPr dirty="0" sz="1950" spc="-455" b="1">
                <a:solidFill>
                  <a:srgbClr val="2D2D2D"/>
                </a:solidFill>
                <a:latin typeface="Arial"/>
                <a:cs typeface="Arial"/>
              </a:rPr>
              <a:t>KS</a:t>
            </a:r>
            <a:endParaRPr sz="19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782431" y="4291062"/>
            <a:ext cx="3696335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00" b="1">
                <a:solidFill>
                  <a:srgbClr val="032A4F"/>
                </a:solidFill>
                <a:latin typeface="Arial"/>
                <a:cs typeface="Arial"/>
              </a:rPr>
              <a:t>Sprints</a:t>
            </a:r>
            <a:r>
              <a:rPr dirty="0" sz="2700" spc="90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032A4F"/>
                </a:solidFill>
                <a:latin typeface="Arial"/>
                <a:cs typeface="Arial"/>
              </a:rPr>
              <a:t>lncrementales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773141" y="4886412"/>
            <a:ext cx="7971155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36200"/>
              </a:lnSpc>
              <a:spcBef>
                <a:spcPts val="100"/>
              </a:spcBef>
            </a:pPr>
            <a:r>
              <a:rPr dirty="0" sz="2200" spc="-35">
                <a:solidFill>
                  <a:srgbClr val="495462"/>
                </a:solidFill>
                <a:latin typeface="Arial"/>
                <a:cs typeface="Arial"/>
              </a:rPr>
              <a:t>Organizaci6n</a:t>
            </a:r>
            <a:r>
              <a:rPr dirty="0" sz="2200" spc="-12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35">
                <a:solidFill>
                  <a:srgbClr val="495462"/>
                </a:solidFill>
                <a:latin typeface="Arial"/>
                <a:cs typeface="Arial"/>
              </a:rPr>
              <a:t>en</a:t>
            </a:r>
            <a:r>
              <a:rPr dirty="0" sz="2200" spc="-29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35">
                <a:solidFill>
                  <a:srgbClr val="495462"/>
                </a:solidFill>
                <a:latin typeface="Arial"/>
                <a:cs typeface="Arial"/>
              </a:rPr>
              <a:t>ciclos</a:t>
            </a:r>
            <a:r>
              <a:rPr dirty="0" sz="2200" spc="-20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95462"/>
                </a:solidFill>
                <a:latin typeface="Arial"/>
                <a:cs typeface="Arial"/>
              </a:rPr>
              <a:t>de</a:t>
            </a:r>
            <a:r>
              <a:rPr dirty="0" sz="2200" spc="-26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95462"/>
                </a:solidFill>
                <a:latin typeface="Arial"/>
                <a:cs typeface="Arial"/>
              </a:rPr>
              <a:t>2</a:t>
            </a:r>
            <a:r>
              <a:rPr dirty="0" sz="2200" spc="-229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120">
                <a:solidFill>
                  <a:srgbClr val="495462"/>
                </a:solidFill>
                <a:latin typeface="Arial"/>
                <a:cs typeface="Arial"/>
              </a:rPr>
              <a:t>a</a:t>
            </a:r>
            <a:r>
              <a:rPr dirty="0" sz="2200" spc="-23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120">
                <a:solidFill>
                  <a:srgbClr val="495462"/>
                </a:solidFill>
                <a:latin typeface="Arial"/>
                <a:cs typeface="Arial"/>
              </a:rPr>
              <a:t>4</a:t>
            </a:r>
            <a:r>
              <a:rPr dirty="0" sz="2200" spc="-8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105">
                <a:solidFill>
                  <a:srgbClr val="495462"/>
                </a:solidFill>
                <a:latin typeface="Arial"/>
                <a:cs typeface="Arial"/>
              </a:rPr>
              <a:t>semanas</a:t>
            </a:r>
            <a:r>
              <a:rPr dirty="0" sz="2200" spc="-9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45">
                <a:solidFill>
                  <a:srgbClr val="495462"/>
                </a:solidFill>
                <a:latin typeface="Arial"/>
                <a:cs typeface="Arial"/>
              </a:rPr>
              <a:t>para</a:t>
            </a:r>
            <a:r>
              <a:rPr dirty="0" sz="2200" spc="-19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45">
                <a:solidFill>
                  <a:srgbClr val="495462"/>
                </a:solidFill>
                <a:latin typeface="Arial"/>
                <a:cs typeface="Arial"/>
              </a:rPr>
              <a:t>entregas</a:t>
            </a:r>
            <a:r>
              <a:rPr dirty="0" sz="2200" spc="-8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95462"/>
                </a:solidFill>
                <a:latin typeface="Arial"/>
                <a:cs typeface="Arial"/>
              </a:rPr>
              <a:t>funcionales constantes.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09177" y="7704866"/>
            <a:ext cx="76898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5" b="1">
                <a:solidFill>
                  <a:srgbClr val="6B6B6B"/>
                </a:solidFill>
                <a:latin typeface="Arial"/>
                <a:cs typeface="Arial"/>
              </a:rPr>
              <a:t>lfQ7,1I</a:t>
            </a:r>
            <a:r>
              <a:rPr dirty="0" sz="900" spc="240" b="1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dirty="0" u="sng" sz="900" spc="-35" b="1">
                <a:solidFill>
                  <a:srgbClr val="6B6B6B"/>
                </a:solidFill>
                <a:uFill>
                  <a:solidFill>
                    <a:srgbClr val="6B6B6B"/>
                  </a:solidFill>
                </a:uFill>
                <a:latin typeface="Times New Roman"/>
                <a:cs typeface="Times New Roman"/>
              </a:rPr>
              <a:t>11(1JC,.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10840" y="7696990"/>
            <a:ext cx="6394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sng" sz="1100" spc="-30" b="1">
                <a:solidFill>
                  <a:srgbClr val="6B6B6B"/>
                </a:solidFill>
                <a:uFill>
                  <a:solidFill>
                    <a:srgbClr val="6B6B6B"/>
                  </a:solidFill>
                </a:uFill>
                <a:latin typeface="Times New Roman"/>
                <a:cs typeface="Times New Roman"/>
              </a:rPr>
              <a:t>1115110RI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769427" y="7015805"/>
            <a:ext cx="2746375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00" spc="-65" b="1">
                <a:solidFill>
                  <a:srgbClr val="032A4F"/>
                </a:solidFill>
                <a:latin typeface="Arial"/>
                <a:cs typeface="Arial"/>
              </a:rPr>
              <a:t>Fases</a:t>
            </a:r>
            <a:r>
              <a:rPr dirty="0" sz="2700" spc="-100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sz="2700" spc="40" b="1">
                <a:solidFill>
                  <a:srgbClr val="032A4F"/>
                </a:solidFill>
                <a:latin typeface="Arial"/>
                <a:cs typeface="Arial"/>
              </a:rPr>
              <a:t>Aplicadas</a:t>
            </a:r>
            <a:endParaRPr sz="2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779102" y="7732428"/>
            <a:ext cx="767524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0">
                <a:solidFill>
                  <a:srgbClr val="495462"/>
                </a:solidFill>
                <a:latin typeface="Arial"/>
                <a:cs typeface="Arial"/>
              </a:rPr>
              <a:t>Analisis,</a:t>
            </a:r>
            <a:r>
              <a:rPr dirty="0" sz="2200" spc="-26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95462"/>
                </a:solidFill>
                <a:latin typeface="Arial"/>
                <a:cs typeface="Arial"/>
              </a:rPr>
              <a:t>Backend</a:t>
            </a:r>
            <a:r>
              <a:rPr dirty="0" sz="2200">
                <a:solidFill>
                  <a:srgbClr val="6B6B6B"/>
                </a:solidFill>
                <a:latin typeface="Arial"/>
                <a:cs typeface="Arial"/>
              </a:rPr>
              <a:t>/</a:t>
            </a:r>
            <a:r>
              <a:rPr dirty="0" sz="2200">
                <a:solidFill>
                  <a:srgbClr val="495462"/>
                </a:solidFill>
                <a:latin typeface="Arial"/>
                <a:cs typeface="Arial"/>
              </a:rPr>
              <a:t>API,Desarrollo</a:t>
            </a:r>
            <a:r>
              <a:rPr dirty="0" sz="2200" spc="-3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75">
                <a:solidFill>
                  <a:srgbClr val="495462"/>
                </a:solidFill>
                <a:latin typeface="Arial"/>
                <a:cs typeface="Arial"/>
              </a:rPr>
              <a:t>M6vil</a:t>
            </a:r>
            <a:r>
              <a:rPr dirty="0" sz="2200" spc="-145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100" spc="90">
                <a:solidFill>
                  <a:srgbClr val="495462"/>
                </a:solidFill>
                <a:latin typeface="Arial"/>
                <a:cs typeface="Arial"/>
              </a:rPr>
              <a:t>y</a:t>
            </a:r>
            <a:r>
              <a:rPr dirty="0" sz="2100" spc="-220">
                <a:solidFill>
                  <a:srgbClr val="49546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95462"/>
                </a:solidFill>
                <a:latin typeface="Arial"/>
                <a:cs typeface="Arial"/>
              </a:rPr>
              <a:t>Sincronizaci6nFinal.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37495" y="8378176"/>
            <a:ext cx="3792220" cy="483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 spc="-1300" b="1">
                <a:solidFill>
                  <a:srgbClr val="2D2D2D"/>
                </a:solidFill>
                <a:latin typeface="Courier New"/>
                <a:cs typeface="Courier New"/>
              </a:rPr>
              <a:t>I</a:t>
            </a:r>
            <a:r>
              <a:rPr dirty="0" sz="3000" spc="380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740" b="1">
                <a:solidFill>
                  <a:srgbClr val="2D2D2D"/>
                </a:solidFill>
                <a:latin typeface="Courier New"/>
                <a:cs typeface="Courier New"/>
              </a:rPr>
              <a:t>N</a:t>
            </a:r>
            <a:r>
              <a:rPr dirty="0" sz="3000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885" b="1">
                <a:solidFill>
                  <a:srgbClr val="2D2D2D"/>
                </a:solidFill>
                <a:latin typeface="Courier New"/>
                <a:cs typeface="Courier New"/>
              </a:rPr>
              <a:t>F</a:t>
            </a:r>
            <a:r>
              <a:rPr dirty="0" sz="3000" spc="85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650" b="1">
                <a:solidFill>
                  <a:srgbClr val="2D2D2D"/>
                </a:solidFill>
                <a:latin typeface="Courier New"/>
                <a:cs typeface="Courier New"/>
              </a:rPr>
              <a:t>O</a:t>
            </a:r>
            <a:r>
              <a:rPr dirty="0" sz="3000" spc="105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740" b="1">
                <a:solidFill>
                  <a:srgbClr val="2D2D2D"/>
                </a:solidFill>
                <a:latin typeface="Courier New"/>
                <a:cs typeface="Courier New"/>
              </a:rPr>
              <a:t>G</a:t>
            </a:r>
            <a:r>
              <a:rPr dirty="0" sz="3000" spc="229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850" b="1">
                <a:solidFill>
                  <a:srgbClr val="2D2D2D"/>
                </a:solidFill>
                <a:latin typeface="Courier New"/>
                <a:cs typeface="Courier New"/>
              </a:rPr>
              <a:t>R</a:t>
            </a:r>
            <a:r>
              <a:rPr dirty="0" sz="3000" spc="195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795" b="1">
                <a:solidFill>
                  <a:srgbClr val="2D2D2D"/>
                </a:solidFill>
                <a:latin typeface="Courier New"/>
                <a:cs typeface="Courier New"/>
              </a:rPr>
              <a:t>A</a:t>
            </a:r>
            <a:r>
              <a:rPr dirty="0" sz="3000" spc="-70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760" b="1">
                <a:solidFill>
                  <a:srgbClr val="2D2D2D"/>
                </a:solidFill>
                <a:latin typeface="Courier New"/>
                <a:cs typeface="Courier New"/>
              </a:rPr>
              <a:t>P</a:t>
            </a:r>
            <a:r>
              <a:rPr dirty="0" sz="3000" spc="140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740" b="1">
                <a:solidFill>
                  <a:srgbClr val="2D2D2D"/>
                </a:solidFill>
                <a:latin typeface="Courier New"/>
                <a:cs typeface="Courier New"/>
              </a:rPr>
              <a:t>H</a:t>
            </a:r>
            <a:r>
              <a:rPr dirty="0" sz="3000" spc="-35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1210" b="1">
                <a:solidFill>
                  <a:srgbClr val="2D2D2D"/>
                </a:solidFill>
                <a:latin typeface="Courier New"/>
                <a:cs typeface="Courier New"/>
              </a:rPr>
              <a:t>I</a:t>
            </a:r>
            <a:r>
              <a:rPr dirty="0" sz="3000" spc="175" b="1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3000" spc="-770" b="1">
                <a:solidFill>
                  <a:srgbClr val="2D2D2D"/>
                </a:solidFill>
                <a:latin typeface="Courier New"/>
                <a:cs typeface="Courier New"/>
              </a:rPr>
              <a:t>C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822186" y="8870363"/>
            <a:ext cx="360489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277110" algn="l"/>
              </a:tabLst>
            </a:pPr>
            <a:r>
              <a:rPr dirty="0" sz="800">
                <a:solidFill>
                  <a:srgbClr val="6B6B6B"/>
                </a:solidFill>
                <a:latin typeface="Times New Roman"/>
                <a:cs typeface="Times New Roman"/>
              </a:rPr>
              <a:t>:</a:t>
            </a:r>
            <a:r>
              <a:rPr dirty="0" sz="800" spc="29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800" spc="380" b="1">
                <a:solidFill>
                  <a:srgbClr val="C1C1C1"/>
                </a:solidFill>
                <a:latin typeface="Times New Roman"/>
                <a:cs typeface="Times New Roman"/>
              </a:rPr>
              <a:t>.</a:t>
            </a:r>
            <a:r>
              <a:rPr dirty="0" sz="800" spc="380" b="1">
                <a:solidFill>
                  <a:srgbClr val="7C7C7C"/>
                </a:solidFill>
                <a:latin typeface="Times New Roman"/>
                <a:cs typeface="Times New Roman"/>
              </a:rPr>
              <a:t>......</a:t>
            </a:r>
            <a:r>
              <a:rPr dirty="0" sz="800" spc="405" b="1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dirty="0" u="sng" sz="800" spc="114" b="1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Times New Roman"/>
                <a:cs typeface="Times New Roman"/>
              </a:rPr>
              <a:t>afl,IPCP?Ora..,_..4</a:t>
            </a:r>
            <a:r>
              <a:rPr dirty="0" u="none" sz="800" spc="114" b="1">
                <a:solidFill>
                  <a:srgbClr val="7C7C7C"/>
                </a:solidFill>
                <a:latin typeface="Times New Roman"/>
                <a:cs typeface="Times New Roman"/>
              </a:rPr>
              <a:t>'</a:t>
            </a:r>
            <a:r>
              <a:rPr dirty="0" u="none" sz="800" spc="245" b="1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dirty="0" u="none" sz="1100" spc="125" b="1">
                <a:solidFill>
                  <a:srgbClr val="7C7C7C"/>
                </a:solidFill>
                <a:latin typeface="Arial"/>
                <a:cs typeface="Arial"/>
              </a:rPr>
              <a:t>tJ</a:t>
            </a:r>
            <a:r>
              <a:rPr dirty="0" u="none" sz="1100" b="1">
                <a:solidFill>
                  <a:srgbClr val="7C7C7C"/>
                </a:solidFill>
                <a:latin typeface="Arial"/>
                <a:cs typeface="Arial"/>
              </a:rPr>
              <a:t>	</a:t>
            </a:r>
            <a:r>
              <a:rPr dirty="0" u="sng" sz="750" spc="55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Arial"/>
                <a:cs typeface="Arial"/>
              </a:rPr>
              <a:t>t</a:t>
            </a:r>
            <a:r>
              <a:rPr dirty="0" u="sng" sz="750" spc="200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00" spc="160" b="1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Times New Roman"/>
                <a:cs typeface="Times New Roman"/>
              </a:rPr>
              <a:t>EFT.lllle,is,1�</a:t>
            </a:r>
            <a:r>
              <a:rPr dirty="0" u="none" sz="800" spc="160" b="1">
                <a:solidFill>
                  <a:srgbClr val="7C7C7C"/>
                </a:solidFill>
                <a:latin typeface="Times New Roman"/>
                <a:cs typeface="Times New Roman"/>
              </a:rPr>
              <a:t>.....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711590" y="8984550"/>
            <a:ext cx="226250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10285" algn="l"/>
              </a:tabLst>
            </a:pPr>
            <a:r>
              <a:rPr dirty="0" u="sng" sz="1150" b="1" i="1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Times New Roman"/>
                <a:cs typeface="Times New Roman"/>
              </a:rPr>
              <a:t>h</a:t>
            </a:r>
            <a:r>
              <a:rPr dirty="0" u="none" sz="1150" spc="190" b="1" i="1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dirty="0" u="sng" sz="800" spc="200" b="1">
                <a:solidFill>
                  <a:srgbClr val="6B6B6B"/>
                </a:solidFill>
                <a:uFill>
                  <a:solidFill>
                    <a:srgbClr val="6B6B6B"/>
                  </a:solidFill>
                </a:uFill>
                <a:latin typeface="Arial"/>
                <a:cs typeface="Arial"/>
              </a:rPr>
              <a:t>1•.._lw,t</a:t>
            </a:r>
            <a:r>
              <a:rPr dirty="0" u="none" sz="800" b="1">
                <a:solidFill>
                  <a:srgbClr val="6B6B6B"/>
                </a:solidFill>
                <a:latin typeface="Arial"/>
                <a:cs typeface="Arial"/>
              </a:rPr>
              <a:t>	</a:t>
            </a:r>
            <a:r>
              <a:rPr dirty="0" u="sng" sz="1200" spc="305" b="1" i="1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none" sz="1200" spc="40" b="1" i="1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dirty="0" u="sng" sz="800" spc="210" b="1">
                <a:solidFill>
                  <a:srgbClr val="6B6B6B"/>
                </a:solidFill>
                <a:uFill>
                  <a:solidFill>
                    <a:srgbClr val="7C7C7C"/>
                  </a:solidFill>
                </a:uFill>
                <a:latin typeface="Arial"/>
                <a:cs typeface="Arial"/>
              </a:rPr>
              <a:t>cl</a:t>
            </a:r>
            <a:r>
              <a:rPr dirty="0" u="sng" sz="800" spc="-130" b="1">
                <a:solidFill>
                  <a:srgbClr val="6B6B6B"/>
                </a:solidFill>
                <a:uFill>
                  <a:solidFill>
                    <a:srgbClr val="7C7C7C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00" spc="140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Arial"/>
                <a:cs typeface="Arial"/>
              </a:rPr>
              <a:t>I</a:t>
            </a:r>
            <a:r>
              <a:rPr dirty="0" u="none" sz="800" spc="140">
                <a:solidFill>
                  <a:srgbClr val="7C7C7C"/>
                </a:solidFill>
                <a:latin typeface="Arial"/>
                <a:cs typeface="Arial"/>
              </a:rPr>
              <a:t>t</a:t>
            </a:r>
            <a:r>
              <a:rPr dirty="0" u="none" sz="800" spc="335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u="sng" sz="800" spc="204">
                <a:solidFill>
                  <a:srgbClr val="7C7C7C"/>
                </a:solidFill>
                <a:uFill>
                  <a:solidFill>
                    <a:srgbClr val="7C7C7C"/>
                  </a:solidFill>
                </a:uFill>
                <a:latin typeface="Arial"/>
                <a:cs typeface="Arial"/>
              </a:rPr>
              <a:t>•,.:,.</a:t>
            </a:r>
            <a:r>
              <a:rPr dirty="0" u="none" sz="800" spc="204">
                <a:solidFill>
                  <a:srgbClr val="7C7C7C"/>
                </a:solidFill>
                <a:latin typeface="Arial"/>
                <a:cs typeface="Arial"/>
              </a:rPr>
              <a:t>.•</a:t>
            </a:r>
            <a:r>
              <a:rPr dirty="0" u="none" sz="800" spc="204">
                <a:solidFill>
                  <a:srgbClr val="A8A8A8"/>
                </a:solidFill>
                <a:latin typeface="Arial"/>
                <a:cs typeface="Arial"/>
              </a:rPr>
              <a:t>•</a:t>
            </a:r>
            <a:r>
              <a:rPr dirty="0" u="none" sz="800" spc="-60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u="none" sz="800" spc="145">
                <a:solidFill>
                  <a:srgbClr val="6B6B6B"/>
                </a:solidFill>
                <a:latin typeface="Arial"/>
                <a:cs typeface="Arial"/>
              </a:rPr>
              <a:t>,.,..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882083"/>
            <a:ext cx="110116" cy="818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8585" y="1023832"/>
            <a:ext cx="8242971" cy="677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121" y="3984826"/>
            <a:ext cx="18263538" cy="929247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43125" y="5220117"/>
          <a:ext cx="13649325" cy="315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3395"/>
                <a:gridCol w="3816350"/>
                <a:gridCol w="6723380"/>
              </a:tblGrid>
              <a:tr h="632460">
                <a:tc>
                  <a:txBody>
                    <a:bodyPr/>
                    <a:lstStyle/>
                    <a:p>
                      <a:pPr marL="31750">
                        <a:lnSpc>
                          <a:spcPts val="2495"/>
                        </a:lnSpc>
                      </a:pPr>
                      <a:r>
                        <a:rPr dirty="0" sz="2200" spc="-95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Frontend</a:t>
                      </a:r>
                      <a:r>
                        <a:rPr dirty="0" sz="2200" spc="-110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40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M6vil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9975">
                        <a:lnSpc>
                          <a:spcPts val="2495"/>
                        </a:lnSpc>
                      </a:pPr>
                      <a:r>
                        <a:rPr dirty="0" sz="2200" spc="14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Flutter/</a:t>
                      </a:r>
                      <a:r>
                        <a:rPr dirty="0" sz="2200" spc="-229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5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Dart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18540">
                        <a:lnSpc>
                          <a:spcPts val="2435"/>
                        </a:lnSpc>
                      </a:pPr>
                      <a:r>
                        <a:rPr dirty="0" sz="220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Interfaz</a:t>
                      </a:r>
                      <a:r>
                        <a:rPr dirty="0" sz="2200" spc="-10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5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multiplataforma</a:t>
                      </a:r>
                      <a:r>
                        <a:rPr dirty="0" sz="2200" spc="-31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6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dirty="0" sz="2200" spc="-35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5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16gica</a:t>
                      </a:r>
                      <a:r>
                        <a:rPr dirty="0" sz="2200" spc="-7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2200" spc="-27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usuario.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9448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10"/>
                        </a:spcBef>
                      </a:pPr>
                      <a:r>
                        <a:rPr dirty="0" sz="2200" spc="-10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BackendAPI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93370"/>
                </a:tc>
                <a:tc>
                  <a:txBody>
                    <a:bodyPr/>
                    <a:lstStyle/>
                    <a:p>
                      <a:pPr marL="1069975">
                        <a:lnSpc>
                          <a:spcPct val="100000"/>
                        </a:lnSpc>
                        <a:spcBef>
                          <a:spcPts val="2250"/>
                        </a:spcBef>
                      </a:pPr>
                      <a:r>
                        <a:rPr dirty="0" sz="2200" spc="-5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Flask</a:t>
                      </a:r>
                      <a:r>
                        <a:rPr dirty="0" sz="2200" spc="-18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(Python)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85750"/>
                </a:tc>
                <a:tc>
                  <a:txBody>
                    <a:bodyPr/>
                    <a:lstStyle/>
                    <a:p>
                      <a:pPr marL="1013460">
                        <a:lnSpc>
                          <a:spcPct val="100000"/>
                        </a:lnSpc>
                        <a:spcBef>
                          <a:spcPts val="2250"/>
                        </a:spcBef>
                      </a:pP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Gesti6n</a:t>
                      </a:r>
                      <a:r>
                        <a:rPr dirty="0" sz="2200" spc="-15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2200" spc="-39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5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16gica</a:t>
                      </a:r>
                      <a:r>
                        <a:rPr dirty="0" sz="2200" spc="-114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2200" spc="-30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negocio</a:t>
                      </a:r>
                      <a:r>
                        <a:rPr dirty="0" sz="2200" spc="-14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dirty="0" sz="2200" spc="-15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endpoints</a:t>
                      </a:r>
                      <a:r>
                        <a:rPr dirty="0" sz="2200" spc="-2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8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REST.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85750"/>
                </a:tc>
              </a:tr>
              <a:tr h="9467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10"/>
                        </a:spcBef>
                      </a:pPr>
                      <a:r>
                        <a:rPr dirty="0" sz="2200" spc="-145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Base</a:t>
                      </a:r>
                      <a:r>
                        <a:rPr dirty="0" sz="2200" spc="-120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Remota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93370"/>
                </a:tc>
                <a:tc>
                  <a:txBody>
                    <a:bodyPr/>
                    <a:lstStyle/>
                    <a:p>
                      <a:pPr marL="1079500">
                        <a:lnSpc>
                          <a:spcPct val="100000"/>
                        </a:lnSpc>
                        <a:spcBef>
                          <a:spcPts val="2310"/>
                        </a:spcBef>
                      </a:pP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PostgreSQL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93370"/>
                </a:tc>
                <a:tc>
                  <a:txBody>
                    <a:bodyPr/>
                    <a:lstStyle/>
                    <a:p>
                      <a:pPr marL="1021080">
                        <a:lnSpc>
                          <a:spcPct val="100000"/>
                        </a:lnSpc>
                        <a:spcBef>
                          <a:spcPts val="2250"/>
                        </a:spcBef>
                      </a:pP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Almacenamiento</a:t>
                      </a:r>
                      <a:r>
                        <a:rPr dirty="0" sz="2200" spc="-29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centralizado</a:t>
                      </a:r>
                      <a:r>
                        <a:rPr dirty="0" sz="2200" spc="-2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dirty="0" sz="2200" spc="-16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persistente.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85750"/>
                </a:tc>
              </a:tr>
              <a:tr h="630555">
                <a:tc>
                  <a:txBody>
                    <a:bodyPr/>
                    <a:lstStyle/>
                    <a:p>
                      <a:pPr marL="31750">
                        <a:lnSpc>
                          <a:spcPts val="2575"/>
                        </a:lnSpc>
                        <a:spcBef>
                          <a:spcPts val="2295"/>
                        </a:spcBef>
                      </a:pPr>
                      <a:r>
                        <a:rPr dirty="0" sz="2200" spc="-145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Base</a:t>
                      </a:r>
                      <a:r>
                        <a:rPr dirty="0" sz="2200" spc="-130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91465"/>
                </a:tc>
                <a:tc>
                  <a:txBody>
                    <a:bodyPr/>
                    <a:lstStyle/>
                    <a:p>
                      <a:pPr marL="1072515">
                        <a:lnSpc>
                          <a:spcPts val="2575"/>
                        </a:lnSpc>
                        <a:spcBef>
                          <a:spcPts val="2295"/>
                        </a:spcBef>
                      </a:pP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SQLite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91465"/>
                </a:tc>
                <a:tc>
                  <a:txBody>
                    <a:bodyPr/>
                    <a:lstStyle/>
                    <a:p>
                      <a:pPr marL="1022985">
                        <a:lnSpc>
                          <a:spcPts val="2575"/>
                        </a:lnSpc>
                        <a:spcBef>
                          <a:spcPts val="2295"/>
                        </a:spcBef>
                      </a:pPr>
                      <a:r>
                        <a:rPr dirty="0" sz="2200" spc="-4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Persistencia</a:t>
                      </a:r>
                      <a:r>
                        <a:rPr dirty="0" sz="2200" spc="2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2200" spc="-30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2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datos</a:t>
                      </a:r>
                      <a:r>
                        <a:rPr dirty="0" sz="2200" spc="-17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3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dirty="0" sz="2200" spc="-30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modo</a:t>
                      </a:r>
                      <a:r>
                        <a:rPr dirty="0" sz="2200" spc="-235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10">
                          <a:solidFill>
                            <a:srgbClr val="495260"/>
                          </a:solidFill>
                          <a:latin typeface="Arial"/>
                          <a:cs typeface="Arial"/>
                        </a:rPr>
                        <a:t>Offline.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9146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986" y="1023832"/>
            <a:ext cx="3633830" cy="677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852" y="2740578"/>
            <a:ext cx="330348" cy="236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852" y="3543827"/>
            <a:ext cx="330348" cy="251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852" y="4378575"/>
            <a:ext cx="330348" cy="23624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044162" y="1370330"/>
            <a:ext cx="2572385" cy="8977630"/>
            <a:chOff x="10044162" y="1370330"/>
            <a:chExt cx="2572385" cy="897763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2026" y="1370330"/>
              <a:ext cx="2564131" cy="12442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44162" y="2630330"/>
              <a:ext cx="2571997" cy="77174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52026" y="7733316"/>
              <a:ext cx="550580" cy="12599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2930776" y="897836"/>
            <a:ext cx="4342130" cy="8961755"/>
            <a:chOff x="12930776" y="897836"/>
            <a:chExt cx="4342130" cy="896175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30776" y="897836"/>
              <a:ext cx="4341719" cy="89617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08363" y="3890327"/>
              <a:ext cx="755081" cy="5354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92680" y="2598831"/>
              <a:ext cx="644965" cy="181124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33047" y="5622821"/>
              <a:ext cx="346079" cy="614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83726" y="5859071"/>
              <a:ext cx="157308" cy="4409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083726" y="6331569"/>
              <a:ext cx="157308" cy="519748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555654" y="1370330"/>
            <a:ext cx="2548445" cy="431548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7602843" y="5859071"/>
            <a:ext cx="157480" cy="992505"/>
            <a:chOff x="17602843" y="5859071"/>
            <a:chExt cx="157480" cy="992505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602843" y="5859071"/>
              <a:ext cx="157308" cy="4409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602843" y="6331569"/>
              <a:ext cx="157308" cy="51974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7948924" y="6079570"/>
            <a:ext cx="818515" cy="772160"/>
            <a:chOff x="17948924" y="6079570"/>
            <a:chExt cx="818515" cy="772160"/>
          </a:xfrm>
        </p:grpSpPr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964654" y="6079570"/>
              <a:ext cx="786543" cy="2204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948924" y="6331569"/>
              <a:ext cx="818005" cy="519748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411891" y="3213075"/>
            <a:ext cx="566311" cy="67724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083726" y="6898568"/>
            <a:ext cx="157308" cy="55124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602843" y="6898568"/>
            <a:ext cx="157308" cy="55124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948924" y="6898568"/>
            <a:ext cx="818005" cy="2519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602843" y="7528566"/>
            <a:ext cx="2501256" cy="2819242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9183785" y="4740821"/>
            <a:ext cx="0" cy="551815"/>
          </a:xfrm>
          <a:custGeom>
            <a:avLst/>
            <a:gdLst/>
            <a:ahLst/>
            <a:cxnLst/>
            <a:rect l="l" t="t" r="r" b="b"/>
            <a:pathLst>
              <a:path w="0" h="551814">
                <a:moveTo>
                  <a:pt x="0" y="55124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19333229" y="4453385"/>
            <a:ext cx="770890" cy="8255"/>
            <a:chOff x="19333229" y="4453385"/>
            <a:chExt cx="770890" cy="8255"/>
          </a:xfrm>
        </p:grpSpPr>
        <p:sp>
          <p:nvSpPr>
            <p:cNvPr id="31" name="object 31"/>
            <p:cNvSpPr/>
            <p:nvPr/>
          </p:nvSpPr>
          <p:spPr>
            <a:xfrm>
              <a:off x="19616384" y="4453385"/>
              <a:ext cx="488315" cy="8255"/>
            </a:xfrm>
            <a:custGeom>
              <a:avLst/>
              <a:gdLst/>
              <a:ahLst/>
              <a:cxnLst/>
              <a:rect l="l" t="t" r="r" b="b"/>
              <a:pathLst>
                <a:path w="488315" h="8254">
                  <a:moveTo>
                    <a:pt x="487714" y="7874"/>
                  </a:moveTo>
                  <a:lnTo>
                    <a:pt x="0" y="7874"/>
                  </a:lnTo>
                  <a:lnTo>
                    <a:pt x="0" y="0"/>
                  </a:lnTo>
                  <a:lnTo>
                    <a:pt x="487714" y="0"/>
                  </a:lnTo>
                  <a:lnTo>
                    <a:pt x="487714" y="7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9333229" y="4457322"/>
              <a:ext cx="252095" cy="0"/>
            </a:xfrm>
            <a:custGeom>
              <a:avLst/>
              <a:gdLst/>
              <a:ahLst/>
              <a:cxnLst/>
              <a:rect l="l" t="t" r="r" b="b"/>
              <a:pathLst>
                <a:path w="252094" h="0">
                  <a:moveTo>
                    <a:pt x="0" y="0"/>
                  </a:moveTo>
                  <a:lnTo>
                    <a:pt x="251693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/>
          <p:nvPr/>
        </p:nvSpPr>
        <p:spPr>
          <a:xfrm>
            <a:off x="19191651" y="4732947"/>
            <a:ext cx="912494" cy="15875"/>
          </a:xfrm>
          <a:custGeom>
            <a:avLst/>
            <a:gdLst/>
            <a:ahLst/>
            <a:cxnLst/>
            <a:rect l="l" t="t" r="r" b="b"/>
            <a:pathLst>
              <a:path w="912494" h="15875">
                <a:moveTo>
                  <a:pt x="912448" y="15749"/>
                </a:moveTo>
                <a:lnTo>
                  <a:pt x="0" y="15749"/>
                </a:lnTo>
                <a:lnTo>
                  <a:pt x="0" y="0"/>
                </a:lnTo>
                <a:lnTo>
                  <a:pt x="912448" y="0"/>
                </a:lnTo>
                <a:lnTo>
                  <a:pt x="912448" y="15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6517405" y="5071571"/>
            <a:ext cx="377825" cy="0"/>
          </a:xfrm>
          <a:custGeom>
            <a:avLst/>
            <a:gdLst/>
            <a:ahLst/>
            <a:cxnLst/>
            <a:rect l="l" t="t" r="r" b="b"/>
            <a:pathLst>
              <a:path w="377825" h="0">
                <a:moveTo>
                  <a:pt x="0" y="0"/>
                </a:moveTo>
                <a:lnTo>
                  <a:pt x="377540" y="0"/>
                </a:lnTo>
              </a:path>
            </a:pathLst>
          </a:custGeom>
          <a:ln w="472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191651" y="5288133"/>
            <a:ext cx="912494" cy="8255"/>
          </a:xfrm>
          <a:custGeom>
            <a:avLst/>
            <a:gdLst/>
            <a:ahLst/>
            <a:cxnLst/>
            <a:rect l="l" t="t" r="r" b="b"/>
            <a:pathLst>
              <a:path w="912494" h="8254">
                <a:moveTo>
                  <a:pt x="912448" y="7874"/>
                </a:moveTo>
                <a:lnTo>
                  <a:pt x="0" y="7874"/>
                </a:lnTo>
                <a:lnTo>
                  <a:pt x="0" y="0"/>
                </a:lnTo>
                <a:lnTo>
                  <a:pt x="912448" y="0"/>
                </a:lnTo>
                <a:lnTo>
                  <a:pt x="912448" y="7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299353" y="8717687"/>
            <a:ext cx="1762125" cy="0"/>
          </a:xfrm>
          <a:custGeom>
            <a:avLst/>
            <a:gdLst/>
            <a:ahLst/>
            <a:cxnLst/>
            <a:rect l="l" t="t" r="r" b="b"/>
            <a:pathLst>
              <a:path w="1762125" h="0">
                <a:moveTo>
                  <a:pt x="0" y="0"/>
                </a:moveTo>
                <a:lnTo>
                  <a:pt x="1761856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9411883" y="9237436"/>
            <a:ext cx="692785" cy="31750"/>
          </a:xfrm>
          <a:custGeom>
            <a:avLst/>
            <a:gdLst/>
            <a:ahLst/>
            <a:cxnLst/>
            <a:rect l="l" t="t" r="r" b="b"/>
            <a:pathLst>
              <a:path w="692784" h="31750">
                <a:moveTo>
                  <a:pt x="692216" y="31499"/>
                </a:moveTo>
                <a:lnTo>
                  <a:pt x="0" y="31499"/>
                </a:lnTo>
                <a:lnTo>
                  <a:pt x="0" y="0"/>
                </a:lnTo>
                <a:lnTo>
                  <a:pt x="692216" y="0"/>
                </a:lnTo>
                <a:lnTo>
                  <a:pt x="692216" y="31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187056" y="9300435"/>
            <a:ext cx="314960" cy="0"/>
          </a:xfrm>
          <a:custGeom>
            <a:avLst/>
            <a:gdLst/>
            <a:ahLst/>
            <a:cxnLst/>
            <a:rect l="l" t="t" r="r" b="b"/>
            <a:pathLst>
              <a:path w="314959" h="0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384783" y="9387060"/>
            <a:ext cx="1116965" cy="0"/>
          </a:xfrm>
          <a:custGeom>
            <a:avLst/>
            <a:gdLst/>
            <a:ahLst/>
            <a:cxnLst/>
            <a:rect l="l" t="t" r="r" b="b"/>
            <a:pathLst>
              <a:path w="1116965" h="0">
                <a:moveTo>
                  <a:pt x="0" y="0"/>
                </a:moveTo>
                <a:lnTo>
                  <a:pt x="1116891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764504" y="5614944"/>
            <a:ext cx="0" cy="283845"/>
          </a:xfrm>
          <a:custGeom>
            <a:avLst/>
            <a:gdLst/>
            <a:ahLst/>
            <a:cxnLst/>
            <a:rect l="l" t="t" r="r" b="b"/>
            <a:pathLst>
              <a:path w="0" h="283845">
                <a:moveTo>
                  <a:pt x="0" y="2834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764504" y="6158318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5406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2" name="object 42"/>
          <p:cNvGrpSpPr/>
          <p:nvPr/>
        </p:nvGrpSpPr>
        <p:grpSpPr>
          <a:xfrm>
            <a:off x="13670119" y="7245065"/>
            <a:ext cx="495934" cy="307340"/>
            <a:chOff x="13670119" y="7245065"/>
            <a:chExt cx="495934" cy="307340"/>
          </a:xfrm>
        </p:grpSpPr>
        <p:sp>
          <p:nvSpPr>
            <p:cNvPr id="43" name="object 43"/>
            <p:cNvSpPr/>
            <p:nvPr/>
          </p:nvSpPr>
          <p:spPr>
            <a:xfrm>
              <a:off x="14149910" y="7245065"/>
              <a:ext cx="0" cy="102870"/>
            </a:xfrm>
            <a:custGeom>
              <a:avLst/>
              <a:gdLst/>
              <a:ahLst/>
              <a:cxnLst/>
              <a:rect l="l" t="t" r="r" b="b"/>
              <a:pathLst>
                <a:path w="0" h="102870">
                  <a:moveTo>
                    <a:pt x="0" y="102374"/>
                  </a:moveTo>
                  <a:lnTo>
                    <a:pt x="0" y="0"/>
                  </a:lnTo>
                </a:path>
              </a:pathLst>
            </a:custGeom>
            <a:ln w="78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4149910" y="7347440"/>
              <a:ext cx="0" cy="205104"/>
            </a:xfrm>
            <a:custGeom>
              <a:avLst/>
              <a:gdLst/>
              <a:ahLst/>
              <a:cxnLst/>
              <a:rect l="l" t="t" r="r" b="b"/>
              <a:pathLst>
                <a:path w="0" h="205104">
                  <a:moveTo>
                    <a:pt x="0" y="204749"/>
                  </a:moveTo>
                  <a:lnTo>
                    <a:pt x="0" y="0"/>
                  </a:lnTo>
                </a:path>
              </a:pathLst>
            </a:custGeom>
            <a:ln w="31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3670119" y="7544314"/>
              <a:ext cx="495934" cy="0"/>
            </a:xfrm>
            <a:custGeom>
              <a:avLst/>
              <a:gdLst/>
              <a:ahLst/>
              <a:cxnLst/>
              <a:rect l="l" t="t" r="r" b="b"/>
              <a:pathLst>
                <a:path w="495934" h="0">
                  <a:moveTo>
                    <a:pt x="0" y="0"/>
                  </a:moveTo>
                  <a:lnTo>
                    <a:pt x="495522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15"/>
              </a:spcBef>
            </a:pPr>
            <a:r>
              <a:rPr dirty="0" spc="285">
                <a:solidFill>
                  <a:srgbClr val="032A4F"/>
                </a:solidFill>
                <a:latin typeface="Times New Roman"/>
                <a:cs typeface="Times New Roman"/>
              </a:rPr>
              <a:t>A</a:t>
            </a:r>
            <a:r>
              <a:rPr dirty="0" spc="114">
                <a:solidFill>
                  <a:srgbClr val="032A4F"/>
                </a:solidFill>
                <a:latin typeface="Times New Roman"/>
                <a:cs typeface="Times New Roman"/>
              </a:rPr>
              <a:t> </a:t>
            </a:r>
            <a:r>
              <a:rPr dirty="0" spc="185">
                <a:solidFill>
                  <a:srgbClr val="032A4F"/>
                </a:solidFill>
              </a:rPr>
              <a:t>cance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631899" y="2657006"/>
            <a:ext cx="4971415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110">
                <a:solidFill>
                  <a:srgbClr val="495260"/>
                </a:solidFill>
                <a:latin typeface="Arial"/>
                <a:cs typeface="Arial"/>
              </a:rPr>
              <a:t>Gesti6n</a:t>
            </a:r>
            <a:r>
              <a:rPr dirty="0" sz="2200" spc="1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105">
                <a:solidFill>
                  <a:srgbClr val="495260"/>
                </a:solidFill>
                <a:latin typeface="Arial"/>
                <a:cs typeface="Arial"/>
              </a:rPr>
              <a:t>de</a:t>
            </a:r>
            <a:r>
              <a:rPr dirty="0" sz="2200" spc="-7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95260"/>
                </a:solidFill>
                <a:latin typeface="Arial"/>
                <a:cs typeface="Arial"/>
              </a:rPr>
              <a:t>Pacientes</a:t>
            </a:r>
            <a:r>
              <a:rPr dirty="0" sz="2200" spc="17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95260"/>
                </a:solidFill>
                <a:latin typeface="Arial"/>
                <a:cs typeface="Arial"/>
              </a:rPr>
              <a:t>y</a:t>
            </a:r>
            <a:r>
              <a:rPr dirty="0" sz="2200" spc="9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95260"/>
                </a:solidFill>
                <a:latin typeface="Arial"/>
                <a:cs typeface="Arial"/>
              </a:rPr>
              <a:t>Odont61ogos.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39474" y="3476002"/>
            <a:ext cx="6410960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85">
                <a:solidFill>
                  <a:srgbClr val="495260"/>
                </a:solidFill>
                <a:latin typeface="Arial"/>
                <a:cs typeface="Arial"/>
              </a:rPr>
              <a:t>Agendamiento,</a:t>
            </a:r>
            <a:r>
              <a:rPr dirty="0" sz="2200" spc="-8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60">
                <a:solidFill>
                  <a:srgbClr val="495260"/>
                </a:solidFill>
                <a:latin typeface="Arial"/>
                <a:cs typeface="Arial"/>
              </a:rPr>
              <a:t>Cancelaci6n</a:t>
            </a:r>
            <a:r>
              <a:rPr dirty="0" sz="2200" spc="3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65">
                <a:solidFill>
                  <a:srgbClr val="495260"/>
                </a:solidFill>
                <a:latin typeface="Arial"/>
                <a:cs typeface="Arial"/>
              </a:rPr>
              <a:t>y</a:t>
            </a:r>
            <a:r>
              <a:rPr dirty="0" sz="2200" spc="1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85">
                <a:solidFill>
                  <a:srgbClr val="495260"/>
                </a:solidFill>
                <a:latin typeface="Arial"/>
                <a:cs typeface="Arial"/>
              </a:rPr>
              <a:t>Reprogramaci6n.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33881" y="4302875"/>
            <a:ext cx="4872355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95">
                <a:solidFill>
                  <a:srgbClr val="495260"/>
                </a:solidFill>
                <a:latin typeface="Arial"/>
                <a:cs typeface="Arial"/>
              </a:rPr>
              <a:t>Sincronizaci6n</a:t>
            </a:r>
            <a:r>
              <a:rPr dirty="0" sz="2200" spc="-27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90">
                <a:solidFill>
                  <a:srgbClr val="495260"/>
                </a:solidFill>
                <a:latin typeface="Arial"/>
                <a:cs typeface="Arial"/>
              </a:rPr>
              <a:t>automatica</a:t>
            </a:r>
            <a:r>
              <a:rPr dirty="0" sz="2200" spc="3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105">
                <a:solidFill>
                  <a:srgbClr val="495260"/>
                </a:solidFill>
                <a:latin typeface="Arial"/>
                <a:cs typeface="Arial"/>
              </a:rPr>
              <a:t>de</a:t>
            </a:r>
            <a:r>
              <a:rPr dirty="0" sz="2200" spc="-17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75">
                <a:solidFill>
                  <a:srgbClr val="495260"/>
                </a:solidFill>
                <a:latin typeface="Arial"/>
                <a:cs typeface="Arial"/>
              </a:rPr>
              <a:t>datos.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46719" y="5113997"/>
            <a:ext cx="6360795" cy="365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40"/>
              </a:lnSpc>
              <a:tabLst>
                <a:tab pos="706120" algn="l"/>
              </a:tabLst>
            </a:pPr>
            <a:r>
              <a:rPr dirty="0" sz="2550" spc="85" b="1">
                <a:solidFill>
                  <a:srgbClr val="EB4142"/>
                </a:solidFill>
                <a:latin typeface="Arial"/>
                <a:cs typeface="Arial"/>
              </a:rPr>
              <a:t>X</a:t>
            </a:r>
            <a:r>
              <a:rPr dirty="0" sz="2550" b="1">
                <a:solidFill>
                  <a:srgbClr val="EB4142"/>
                </a:solidFill>
                <a:latin typeface="Arial"/>
                <a:cs typeface="Arial"/>
              </a:rPr>
              <a:t>	</a:t>
            </a:r>
            <a:r>
              <a:rPr dirty="0" sz="2200">
                <a:solidFill>
                  <a:srgbClr val="495260"/>
                </a:solidFill>
                <a:latin typeface="Arial"/>
                <a:cs typeface="Arial"/>
              </a:rPr>
              <a:t>Excluye:</a:t>
            </a:r>
            <a:r>
              <a:rPr dirty="0" sz="2200" spc="7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95260"/>
                </a:solidFill>
                <a:latin typeface="Arial"/>
                <a:cs typeface="Arial"/>
              </a:rPr>
              <a:t>Pagos,</a:t>
            </a:r>
            <a:r>
              <a:rPr dirty="0" sz="2200" spc="-75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95260"/>
                </a:solidFill>
                <a:latin typeface="Arial"/>
                <a:cs typeface="Arial"/>
              </a:rPr>
              <a:t>Recetas</a:t>
            </a:r>
            <a:r>
              <a:rPr dirty="0" sz="2200" spc="18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120">
                <a:solidFill>
                  <a:srgbClr val="495260"/>
                </a:solidFill>
                <a:latin typeface="Arial"/>
                <a:cs typeface="Arial"/>
              </a:rPr>
              <a:t>e</a:t>
            </a:r>
            <a:r>
              <a:rPr dirty="0" sz="2200" spc="-10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135">
                <a:solidFill>
                  <a:srgbClr val="495260"/>
                </a:solidFill>
                <a:latin typeface="Arial"/>
                <a:cs typeface="Arial"/>
              </a:rPr>
              <a:t>Historia</a:t>
            </a:r>
            <a:r>
              <a:rPr dirty="0" sz="2200" spc="2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sz="2200" spc="55">
                <a:solidFill>
                  <a:srgbClr val="495260"/>
                </a:solidFill>
                <a:latin typeface="Arial"/>
                <a:cs typeface="Arial"/>
              </a:rPr>
              <a:t>Clfnica.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037033" y="6730732"/>
            <a:ext cx="1645285" cy="797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">
              <a:lnSpc>
                <a:spcPct val="129800"/>
              </a:lnSpc>
              <a:spcBef>
                <a:spcPts val="100"/>
              </a:spcBef>
            </a:pPr>
            <a:r>
              <a:rPr dirty="0" sz="1950" spc="-10" b="1">
                <a:solidFill>
                  <a:srgbClr val="21232D"/>
                </a:solidFill>
                <a:latin typeface="Arial"/>
                <a:cs typeface="Arial"/>
              </a:rPr>
              <a:t>)ur</a:t>
            </a:r>
            <a:r>
              <a:rPr dirty="0" sz="1950" spc="-140" b="1">
                <a:solidFill>
                  <a:srgbClr val="21232D"/>
                </a:solidFill>
                <a:latin typeface="Arial"/>
                <a:cs typeface="Arial"/>
              </a:rPr>
              <a:t> </a:t>
            </a:r>
            <a:r>
              <a:rPr dirty="0" sz="1950" spc="-20" b="1">
                <a:solidFill>
                  <a:srgbClr val="21232D"/>
                </a:solidFill>
                <a:latin typeface="Arial"/>
                <a:cs typeface="Arial"/>
              </a:rPr>
              <a:t>Journey</a:t>
            </a:r>
            <a:r>
              <a:rPr dirty="0" sz="1950" spc="-75" b="1">
                <a:solidFill>
                  <a:srgbClr val="21232D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21232D"/>
                </a:solidFill>
                <a:latin typeface="Arial"/>
                <a:cs typeface="Arial"/>
              </a:rPr>
              <a:t>to </a:t>
            </a:r>
            <a:r>
              <a:rPr dirty="0" sz="1950" spc="-10" b="1">
                <a:solidFill>
                  <a:srgbClr val="11111C"/>
                </a:solidFill>
                <a:latin typeface="Arial"/>
                <a:cs typeface="Arial"/>
              </a:rPr>
              <a:t>gh</a:t>
            </a:r>
            <a:r>
              <a:rPr dirty="0" sz="1950" spc="-10" b="1">
                <a:solidFill>
                  <a:srgbClr val="3D3D4B"/>
                </a:solidFill>
                <a:latin typeface="Arial"/>
                <a:cs typeface="Arial"/>
              </a:rPr>
              <a:t>t</a:t>
            </a:r>
            <a:r>
              <a:rPr dirty="0" sz="1950" spc="-10" b="1">
                <a:solidFill>
                  <a:srgbClr val="21232D"/>
                </a:solidFill>
                <a:latin typeface="Arial"/>
                <a:cs typeface="Arial"/>
              </a:rPr>
              <a:t>erSmile</a:t>
            </a:r>
            <a:endParaRPr sz="19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791119" y="7715146"/>
            <a:ext cx="120650" cy="163830"/>
          </a:xfrm>
          <a:custGeom>
            <a:avLst/>
            <a:gdLst/>
            <a:ahLst/>
            <a:cxnLst/>
            <a:rect l="l" t="t" r="r" b="b"/>
            <a:pathLst>
              <a:path w="120650" h="163829">
                <a:moveTo>
                  <a:pt x="120048" y="163530"/>
                </a:moveTo>
                <a:lnTo>
                  <a:pt x="0" y="163530"/>
                </a:lnTo>
                <a:lnTo>
                  <a:pt x="0" y="0"/>
                </a:lnTo>
                <a:lnTo>
                  <a:pt x="120048" y="0"/>
                </a:lnTo>
                <a:lnTo>
                  <a:pt x="120048" y="163530"/>
                </a:lnTo>
                <a:close/>
              </a:path>
            </a:pathLst>
          </a:custGeom>
          <a:solidFill>
            <a:srgbClr val="E4E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0610879" y="7708803"/>
            <a:ext cx="4197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solidFill>
                  <a:srgbClr val="B3BCC8"/>
                </a:solidFill>
                <a:latin typeface="Arial"/>
                <a:cs typeface="Arial"/>
              </a:rPr>
              <a:t>jOufl"l!c</a:t>
            </a:r>
            <a:endParaRPr sz="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193639" y="7708803"/>
            <a:ext cx="1009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4">
                <a:solidFill>
                  <a:srgbClr val="B3BCC8"/>
                </a:solid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630345" y="7665491"/>
            <a:ext cx="102870" cy="2146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50" b="1">
                <a:solidFill>
                  <a:srgbClr val="B3BCC8"/>
                </a:solidFill>
                <a:latin typeface="Arial"/>
                <a:cs typeface="Arial"/>
              </a:rPr>
              <a:t>a</a:t>
            </a:r>
            <a:endParaRPr sz="12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257576" y="7856865"/>
            <a:ext cx="330835" cy="220345"/>
          </a:xfrm>
          <a:custGeom>
            <a:avLst/>
            <a:gdLst/>
            <a:ahLst/>
            <a:cxnLst/>
            <a:rect l="l" t="t" r="r" b="b"/>
            <a:pathLst>
              <a:path w="330834" h="220345">
                <a:moveTo>
                  <a:pt x="330348" y="220241"/>
                </a:moveTo>
                <a:lnTo>
                  <a:pt x="0" y="220241"/>
                </a:lnTo>
                <a:lnTo>
                  <a:pt x="0" y="0"/>
                </a:lnTo>
                <a:lnTo>
                  <a:pt x="330348" y="0"/>
                </a:lnTo>
                <a:lnTo>
                  <a:pt x="330348" y="220241"/>
                </a:lnTo>
                <a:close/>
              </a:path>
            </a:pathLst>
          </a:custGeom>
          <a:solidFill>
            <a:srgbClr val="E4E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703962" y="7933244"/>
            <a:ext cx="133985" cy="124460"/>
          </a:xfrm>
          <a:custGeom>
            <a:avLst/>
            <a:gdLst/>
            <a:ahLst/>
            <a:cxnLst/>
            <a:rect l="l" t="t" r="r" b="b"/>
            <a:pathLst>
              <a:path w="133984" h="124459">
                <a:moveTo>
                  <a:pt x="133712" y="124057"/>
                </a:moveTo>
                <a:lnTo>
                  <a:pt x="0" y="124057"/>
                </a:lnTo>
                <a:lnTo>
                  <a:pt x="0" y="0"/>
                </a:lnTo>
                <a:lnTo>
                  <a:pt x="133712" y="0"/>
                </a:lnTo>
                <a:lnTo>
                  <a:pt x="133712" y="124057"/>
                </a:lnTo>
                <a:close/>
              </a:path>
            </a:pathLst>
          </a:custGeom>
          <a:solidFill>
            <a:srgbClr val="E4E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0903988" y="7963287"/>
            <a:ext cx="141605" cy="80645"/>
          </a:xfrm>
          <a:prstGeom prst="rect">
            <a:avLst/>
          </a:prstGeom>
          <a:solidFill>
            <a:srgbClr val="E4E6ED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450" spc="110">
                <a:solidFill>
                  <a:srgbClr val="B3BCC8"/>
                </a:solidFill>
                <a:latin typeface="Arial"/>
                <a:cs typeface="Arial"/>
              </a:rPr>
              <a:t>...</a:t>
            </a:r>
            <a:endParaRPr sz="4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005956" y="7732320"/>
            <a:ext cx="200660" cy="305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430">
              <a:lnSpc>
                <a:spcPts val="994"/>
              </a:lnSpc>
            </a:pPr>
            <a:r>
              <a:rPr dirty="0" sz="900" spc="-150" b="1">
                <a:solidFill>
                  <a:srgbClr val="B3BCC8"/>
                </a:solidFill>
                <a:latin typeface="Arial"/>
                <a:cs typeface="Arial"/>
              </a:rPr>
              <a:t>y.'</a:t>
            </a:r>
            <a:r>
              <a:rPr dirty="0" sz="900" spc="-150" b="1">
                <a:solidFill>
                  <a:srgbClr val="DDE2E6"/>
                </a:solidFill>
                <a:latin typeface="Arial"/>
                <a:cs typeface="Arial"/>
              </a:rPr>
              <a:t>·</a:t>
            </a:r>
            <a:r>
              <a:rPr dirty="0" sz="900" spc="-150">
                <a:solidFill>
                  <a:srgbClr val="B3BCC8"/>
                </a:solid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r>
              <a:rPr dirty="0" sz="450" spc="110">
                <a:solidFill>
                  <a:srgbClr val="B3BCC8"/>
                </a:solidFill>
                <a:latin typeface="Arial"/>
                <a:cs typeface="Arial"/>
              </a:rPr>
              <a:t>..</a:t>
            </a:r>
            <a:endParaRPr sz="45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1045582" y="7697230"/>
            <a:ext cx="133985" cy="429895"/>
          </a:xfrm>
          <a:custGeom>
            <a:avLst/>
            <a:gdLst/>
            <a:ahLst/>
            <a:cxnLst/>
            <a:rect l="l" t="t" r="r" b="b"/>
            <a:pathLst>
              <a:path w="133984" h="429895">
                <a:moveTo>
                  <a:pt x="133712" y="429740"/>
                </a:moveTo>
                <a:lnTo>
                  <a:pt x="0" y="429740"/>
                </a:lnTo>
                <a:lnTo>
                  <a:pt x="0" y="0"/>
                </a:lnTo>
                <a:lnTo>
                  <a:pt x="133712" y="0"/>
                </a:lnTo>
                <a:lnTo>
                  <a:pt x="133712" y="429740"/>
                </a:lnTo>
                <a:close/>
              </a:path>
            </a:pathLst>
          </a:custGeom>
          <a:solidFill>
            <a:srgbClr val="E4E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1032885" y="7696991"/>
            <a:ext cx="713740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-175">
                <a:solidFill>
                  <a:srgbClr val="B3BCC8"/>
                </a:solidFill>
                <a:latin typeface="Arial"/>
                <a:cs typeface="Arial"/>
              </a:rPr>
              <a:t>~</a:t>
            </a:r>
            <a:r>
              <a:rPr dirty="0" u="sng" sz="2450" spc="-175">
                <a:solidFill>
                  <a:srgbClr val="B3BCC8"/>
                </a:solidFill>
                <a:uFill>
                  <a:solidFill>
                    <a:srgbClr val="B3BCC8"/>
                  </a:solidFill>
                </a:uFill>
                <a:latin typeface="Arial"/>
                <a:cs typeface="Arial"/>
              </a:rPr>
              <a:t>�;)</a:t>
            </a:r>
            <a:r>
              <a:rPr dirty="0" u="sng" sz="1250" spc="-175" b="1">
                <a:solidFill>
                  <a:srgbClr val="B3BCC8"/>
                </a:solidFill>
                <a:uFill>
                  <a:solidFill>
                    <a:srgbClr val="B3BCC8"/>
                  </a:solidFill>
                </a:uFill>
                <a:latin typeface="Arial"/>
                <a:cs typeface="Arial"/>
              </a:rPr>
              <a:t>0-</a:t>
            </a:r>
            <a:endParaRPr sz="12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028999" y="7820883"/>
            <a:ext cx="859790" cy="45085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355"/>
              </a:spcBef>
            </a:pPr>
            <a:r>
              <a:rPr dirty="0" sz="1250" b="1">
                <a:solidFill>
                  <a:srgbClr val="B3BCC8"/>
                </a:solidFill>
                <a:latin typeface="Arial"/>
                <a:cs typeface="Arial"/>
              </a:rPr>
              <a:t>r.</a:t>
            </a:r>
            <a:r>
              <a:rPr dirty="0" sz="1250" spc="425" b="1">
                <a:solidFill>
                  <a:srgbClr val="B3BCC8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B3BCC8"/>
                </a:solidFill>
                <a:latin typeface="Arial"/>
                <a:cs typeface="Arial"/>
              </a:rPr>
              <a:t>....</a:t>
            </a:r>
            <a:r>
              <a:rPr dirty="0" sz="1250" spc="-35">
                <a:solidFill>
                  <a:srgbClr val="C6CFDD"/>
                </a:solidFill>
                <a:latin typeface="Arial"/>
                <a:cs typeface="Arial"/>
              </a:rPr>
              <a:t>..._,</a:t>
            </a:r>
            <a:r>
              <a:rPr dirty="0" sz="650" spc="-35" b="1">
                <a:solidFill>
                  <a:srgbClr val="C6CFDD"/>
                </a:solidFill>
                <a:latin typeface="Arial"/>
                <a:cs typeface="Arial"/>
              </a:rPr>
              <a:t>·</a:t>
            </a:r>
            <a:r>
              <a:rPr dirty="0" sz="650" spc="-35" b="1">
                <a:solidFill>
                  <a:srgbClr val="979EAA"/>
                </a:solidFill>
                <a:latin typeface="Arial"/>
                <a:cs typeface="Arial"/>
              </a:rPr>
              <a:t>n</a:t>
            </a:r>
            <a:r>
              <a:rPr dirty="0" sz="650" spc="-35" b="1">
                <a:solidFill>
                  <a:srgbClr val="C6CFDD"/>
                </a:solidFill>
                <a:latin typeface="Arial"/>
                <a:cs typeface="Arial"/>
              </a:rPr>
              <a:t>=</a:t>
            </a:r>
            <a:r>
              <a:rPr dirty="0" sz="650" spc="405" b="1">
                <a:solidFill>
                  <a:srgbClr val="C6CFDD"/>
                </a:solidFill>
                <a:latin typeface="Arial"/>
                <a:cs typeface="Arial"/>
              </a:rPr>
              <a:t> </a:t>
            </a:r>
            <a:r>
              <a:rPr dirty="0" sz="450" spc="-50">
                <a:solidFill>
                  <a:srgbClr val="B3BCC8"/>
                </a:solidFill>
                <a:latin typeface="Arial"/>
                <a:cs typeface="Arial"/>
              </a:rPr>
              <a:t>I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150" spc="-50">
                <a:solidFill>
                  <a:srgbClr val="B3BCC8"/>
                </a:solidFill>
                <a:latin typeface="Arial"/>
                <a:cs typeface="Arial"/>
              </a:rPr>
              <a:t>�</a:t>
            </a:r>
            <a:endParaRPr sz="11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677600" y="8071052"/>
            <a:ext cx="66929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80" b="1">
                <a:solidFill>
                  <a:srgbClr val="B3BCC8"/>
                </a:solidFill>
                <a:latin typeface="Arial"/>
                <a:cs typeface="Arial"/>
              </a:rPr>
              <a:t>&lt;r.11�</a:t>
            </a:r>
            <a:r>
              <a:rPr dirty="0" sz="1150" spc="80" b="1">
                <a:solidFill>
                  <a:srgbClr val="979EAA"/>
                </a:solidFill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257730" y="8122239"/>
            <a:ext cx="25209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229">
                <a:solidFill>
                  <a:srgbClr val="5791F9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400852" y="2676693"/>
            <a:ext cx="8477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10">
                <a:solidFill>
                  <a:srgbClr val="3D82CC"/>
                </a:solidFill>
                <a:latin typeface="Arial"/>
                <a:cs typeface="Arial"/>
              </a:rPr>
              <a:t>SmUr,Sync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846171" y="1718450"/>
            <a:ext cx="1221105" cy="51435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350"/>
              </a:spcBef>
            </a:pPr>
            <a:r>
              <a:rPr dirty="0" sz="1250" spc="-145" b="1">
                <a:solidFill>
                  <a:srgbClr val="79808E"/>
                </a:solidFill>
                <a:latin typeface="Times New Roman"/>
                <a:cs typeface="Times New Roman"/>
              </a:rPr>
              <a:t>1-</a:t>
            </a:r>
            <a:r>
              <a:rPr dirty="0" sz="1250" spc="-150" b="1">
                <a:solidFill>
                  <a:srgbClr val="79808E"/>
                </a:solidFill>
                <a:latin typeface="Times New Roman"/>
                <a:cs typeface="Times New Roman"/>
              </a:rPr>
              <a:t>41,R.-</a:t>
            </a:r>
            <a:r>
              <a:rPr dirty="0" sz="1250" spc="-20" b="1">
                <a:solidFill>
                  <a:srgbClr val="79808E"/>
                </a:solidFill>
                <a:latin typeface="Times New Roman"/>
                <a:cs typeface="Times New Roman"/>
              </a:rPr>
              <a:t>twrl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500" spc="40" b="1">
                <a:solidFill>
                  <a:srgbClr val="979EAA"/>
                </a:solidFill>
                <a:latin typeface="Times New Roman"/>
                <a:cs typeface="Times New Roman"/>
              </a:rPr>
              <a:t>Goodmomng</a:t>
            </a:r>
            <a:r>
              <a:rPr dirty="0" sz="1500" spc="40" b="1">
                <a:solidFill>
                  <a:srgbClr val="79808E"/>
                </a:solidFill>
                <a:latin typeface="Times New Roman"/>
                <a:cs typeface="Times New Roman"/>
              </a:rPr>
              <a:t>!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468810" y="2562503"/>
            <a:ext cx="83439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85">
                <a:solidFill>
                  <a:srgbClr val="79808E"/>
                </a:solidFill>
                <a:latin typeface="Times New Roman"/>
                <a:cs typeface="Times New Roman"/>
              </a:rPr>
              <a:t>Q</a:t>
            </a:r>
            <a:r>
              <a:rPr dirty="0" sz="1700" spc="400">
                <a:solidFill>
                  <a:srgbClr val="79808E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979EAA"/>
                </a:solidFill>
                <a:latin typeface="Times New Roman"/>
                <a:cs typeface="Times New Roman"/>
              </a:rPr>
              <a:t>SO</a:t>
            </a:r>
            <a:r>
              <a:rPr dirty="0" sz="1450" spc="450">
                <a:solidFill>
                  <a:srgbClr val="979EAA"/>
                </a:solidFill>
                <a:latin typeface="Times New Roman"/>
                <a:cs typeface="Times New Roman"/>
              </a:rPr>
              <a:t> </a:t>
            </a:r>
            <a:r>
              <a:rPr dirty="0" sz="1450" spc="45">
                <a:solidFill>
                  <a:srgbClr val="979EAA"/>
                </a:solidFill>
                <a:latin typeface="Times New Roman"/>
                <a:cs typeface="Times New Roman"/>
              </a:rPr>
              <a:t>ch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292672" y="4956499"/>
            <a:ext cx="7664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b="1">
                <a:solidFill>
                  <a:srgbClr val="495260"/>
                </a:solidFill>
                <a:latin typeface="Arial"/>
                <a:cs typeface="Arial"/>
              </a:rPr>
              <a:t>T</a:t>
            </a:r>
            <a:r>
              <a:rPr dirty="0" sz="1050" b="1">
                <a:solidFill>
                  <a:srgbClr val="21232D"/>
                </a:solidFill>
                <a:latin typeface="Arial"/>
                <a:cs typeface="Arial"/>
              </a:rPr>
              <a:t>op</a:t>
            </a:r>
            <a:r>
              <a:rPr dirty="0" sz="1050" spc="-60" b="1">
                <a:solidFill>
                  <a:srgbClr val="21232D"/>
                </a:solidFill>
                <a:latin typeface="Arial"/>
                <a:cs typeface="Arial"/>
              </a:rPr>
              <a:t> </a:t>
            </a:r>
            <a:r>
              <a:rPr dirty="0" sz="1100" spc="-95" b="1">
                <a:solidFill>
                  <a:srgbClr val="3D3D4B"/>
                </a:solidFill>
                <a:latin typeface="Arial"/>
                <a:cs typeface="Arial"/>
              </a:rPr>
              <a:t>DocrtOlr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4300296" y="5558934"/>
            <a:ext cx="158178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50" b="1">
                <a:solidFill>
                  <a:srgbClr val="21232D"/>
                </a:solidFill>
                <a:latin typeface="Times New Roman"/>
                <a:cs typeface="Times New Roman"/>
              </a:rPr>
              <a:t>D</a:t>
            </a:r>
            <a:r>
              <a:rPr dirty="0" sz="1250" spc="150" b="1">
                <a:solidFill>
                  <a:srgbClr val="3D3D4B"/>
                </a:solidFill>
                <a:latin typeface="Times New Roman"/>
                <a:cs typeface="Times New Roman"/>
              </a:rPr>
              <a:t>t</a:t>
            </a:r>
            <a:r>
              <a:rPr dirty="0" sz="1250" spc="150" b="1">
                <a:solidFill>
                  <a:srgbClr val="79808E"/>
                </a:solidFill>
                <a:latin typeface="Times New Roman"/>
                <a:cs typeface="Times New Roman"/>
              </a:rPr>
              <a:t>.</a:t>
            </a:r>
            <a:r>
              <a:rPr dirty="0" sz="1250" spc="150" b="1">
                <a:solidFill>
                  <a:srgbClr val="495260"/>
                </a:solidFill>
                <a:latin typeface="Times New Roman"/>
                <a:cs typeface="Times New Roman"/>
              </a:rPr>
              <a:t>�e,1gh1</a:t>
            </a:r>
            <a:r>
              <a:rPr dirty="0" sz="1150" spc="150" b="1">
                <a:solidFill>
                  <a:srgbClr val="495260"/>
                </a:solidFill>
                <a:latin typeface="Arial"/>
                <a:cs typeface="Arial"/>
              </a:rPr>
              <a:t>$fflDO</a:t>
            </a:r>
            <a:endParaRPr sz="11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7950188" y="5629809"/>
            <a:ext cx="60833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80">
                <a:solidFill>
                  <a:srgbClr val="79808E"/>
                </a:solidFill>
                <a:latin typeface="Arial"/>
                <a:cs typeface="Arial"/>
              </a:rPr>
              <a:t>Choo·</a:t>
            </a:r>
            <a:endParaRPr sz="15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8669215" y="5637684"/>
            <a:ext cx="419734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20">
                <a:solidFill>
                  <a:srgbClr val="79808E"/>
                </a:solidFill>
                <a:latin typeface="Arial"/>
                <a:cs typeface="Arial"/>
              </a:rPr>
              <a:t>da</a:t>
            </a:r>
            <a:r>
              <a:rPr dirty="0" sz="1500" spc="-20">
                <a:solidFill>
                  <a:srgbClr val="696D75"/>
                </a:solidFill>
                <a:latin typeface="Arial"/>
                <a:cs typeface="Arial"/>
              </a:rPr>
              <a:t>t</a:t>
            </a:r>
            <a:r>
              <a:rPr dirty="0" sz="1500" spc="-20">
                <a:solidFill>
                  <a:srgbClr val="79808E"/>
                </a:solidFill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6518380" y="5755809"/>
            <a:ext cx="1193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 spc="-75">
                <a:solidFill>
                  <a:srgbClr val="79808E"/>
                </a:solidFill>
                <a:latin typeface="Arial"/>
                <a:cs typeface="Arial"/>
              </a:rPr>
              <a:t>•</a:t>
            </a:r>
            <a:r>
              <a:rPr dirty="0" baseline="-22875" sz="1275" spc="-112">
                <a:solidFill>
                  <a:srgbClr val="495260"/>
                </a:solidFill>
                <a:latin typeface="Arial"/>
                <a:cs typeface="Arial"/>
              </a:rPr>
              <a:t>•</a:t>
            </a:r>
            <a:endParaRPr baseline="-22875" sz="1275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3934747" y="5925121"/>
            <a:ext cx="6604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50">
                <a:solidFill>
                  <a:srgbClr val="979EAA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543780" y="5897558"/>
            <a:ext cx="8191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79808E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4455961" y="6058996"/>
            <a:ext cx="25463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40" b="1">
                <a:solidFill>
                  <a:srgbClr val="3D3D4B"/>
                </a:solidFill>
                <a:latin typeface="Times New Roman"/>
                <a:cs typeface="Times New Roman"/>
              </a:rPr>
              <a:t>4-</a:t>
            </a:r>
            <a:r>
              <a:rPr dirty="0" sz="1150" spc="-35" b="1">
                <a:solidFill>
                  <a:srgbClr val="3D3D4B"/>
                </a:solidFill>
                <a:latin typeface="Times New Roman"/>
                <a:cs typeface="Times New Roman"/>
              </a:rPr>
              <a:t>-</a:t>
            </a:r>
            <a:r>
              <a:rPr dirty="0" sz="1150" spc="-50" b="1">
                <a:solidFill>
                  <a:srgbClr val="3D3D4B"/>
                </a:solidFill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3647918" y="6035370"/>
            <a:ext cx="119380" cy="3943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00" spc="-50">
                <a:solidFill>
                  <a:srgbClr val="979EAA"/>
                </a:solidFill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9102466" y="6242791"/>
            <a:ext cx="354330" cy="6680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450"/>
              </a:spcBef>
            </a:pPr>
            <a:r>
              <a:rPr dirty="0" sz="1300" spc="-180">
                <a:solidFill>
                  <a:srgbClr val="79808E"/>
                </a:solidFill>
                <a:latin typeface="Arial"/>
                <a:cs typeface="Arial"/>
              </a:rPr>
              <a:t>�-</a:t>
            </a:r>
            <a:r>
              <a:rPr dirty="0" sz="1300" spc="-175">
                <a:solidFill>
                  <a:srgbClr val="79808E"/>
                </a:solidFill>
                <a:latin typeface="Arial"/>
                <a:cs typeface="Arial"/>
              </a:rPr>
              <a:t>ioo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100" spc="95" b="1">
                <a:solidFill>
                  <a:srgbClr val="11111C"/>
                </a:solidFill>
                <a:latin typeface="Arial"/>
                <a:cs typeface="Arial"/>
              </a:rPr>
              <a:t>18</a:t>
            </a:r>
            <a:endParaRPr sz="21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4292426" y="6834680"/>
            <a:ext cx="146685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20" b="1">
                <a:solidFill>
                  <a:srgbClr val="21232D"/>
                </a:solidFill>
                <a:latin typeface="Times New Roman"/>
                <a:cs typeface="Times New Roman"/>
              </a:rPr>
              <a:t>Dr</a:t>
            </a:r>
            <a:r>
              <a:rPr dirty="0" sz="1250" spc="-20" b="1">
                <a:solidFill>
                  <a:srgbClr val="979EAA"/>
                </a:solidFill>
                <a:latin typeface="Times New Roman"/>
                <a:cs typeface="Times New Roman"/>
              </a:rPr>
              <a:t>.</a:t>
            </a:r>
            <a:r>
              <a:rPr dirty="0" sz="1250" spc="-20" b="1">
                <a:solidFill>
                  <a:srgbClr val="3D3D4B"/>
                </a:solidFill>
                <a:latin typeface="Times New Roman"/>
                <a:cs typeface="Times New Roman"/>
              </a:rPr>
              <a:t>Ma</a:t>
            </a:r>
            <a:r>
              <a:rPr dirty="0" sz="1250" spc="-20" b="1">
                <a:solidFill>
                  <a:srgbClr val="11111C"/>
                </a:solidFill>
                <a:latin typeface="Times New Roman"/>
                <a:cs typeface="Times New Roman"/>
              </a:rPr>
              <a:t>.</a:t>
            </a:r>
            <a:r>
              <a:rPr dirty="0" sz="1250" spc="-20" b="1">
                <a:solidFill>
                  <a:srgbClr val="3D3D4B"/>
                </a:solidFill>
                <a:latin typeface="Times New Roman"/>
                <a:cs typeface="Times New Roman"/>
              </a:rPr>
              <a:t>rw.sWNleflold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543780" y="7102430"/>
            <a:ext cx="7810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79808E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543253" y="7169367"/>
            <a:ext cx="79375" cy="2146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50">
                <a:solidFill>
                  <a:srgbClr val="79808E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4825637" y="7504940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4" h="0">
                <a:moveTo>
                  <a:pt x="0" y="0"/>
                </a:moveTo>
                <a:lnTo>
                  <a:pt x="629234" y="0"/>
                </a:lnTo>
              </a:path>
            </a:pathLst>
          </a:custGeom>
          <a:ln w="7874">
            <a:solidFill>
              <a:srgbClr val="B3BC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14304474" y="7354429"/>
            <a:ext cx="120713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20700" algn="l"/>
              </a:tabLst>
            </a:pPr>
            <a:r>
              <a:rPr dirty="0" sz="1050" spc="290" b="1">
                <a:solidFill>
                  <a:srgbClr val="FBE697"/>
                </a:solidFill>
                <a:latin typeface="Arial"/>
                <a:cs typeface="Arial"/>
              </a:rPr>
              <a:t>0</a:t>
            </a:r>
            <a:r>
              <a:rPr dirty="0" sz="1050" spc="290" b="1">
                <a:solidFill>
                  <a:srgbClr val="495260"/>
                </a:solidFill>
                <a:latin typeface="Arial"/>
                <a:cs typeface="Arial"/>
              </a:rPr>
              <a:t>46</a:t>
            </a:r>
            <a:r>
              <a:rPr dirty="0" sz="1050" b="1">
                <a:solidFill>
                  <a:srgbClr val="495260"/>
                </a:solidFill>
                <a:latin typeface="Arial"/>
                <a:cs typeface="Arial"/>
              </a:rPr>
              <a:t>	</a:t>
            </a:r>
            <a:r>
              <a:rPr dirty="0" sz="1000" spc="340">
                <a:solidFill>
                  <a:srgbClr val="B3BCC8"/>
                </a:solidFill>
                <a:latin typeface="Arial"/>
                <a:cs typeface="Arial"/>
              </a:rPr>
              <a:t>i20R'�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926589" y="7401679"/>
            <a:ext cx="1140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>
                <a:solidFill>
                  <a:srgbClr val="79808E"/>
                </a:solidFill>
                <a:latin typeface="Arial"/>
                <a:cs typeface="Arial"/>
              </a:rPr>
              <a:t>Choose</a:t>
            </a:r>
            <a:r>
              <a:rPr dirty="0" sz="1500" spc="-50">
                <a:solidFill>
                  <a:srgbClr val="79808E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79808E"/>
                </a:solidFill>
                <a:latin typeface="Arial"/>
                <a:cs typeface="Arial"/>
              </a:rPr>
              <a:t>time</a:t>
            </a:r>
            <a:endParaRPr sz="15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4290581" y="8118302"/>
            <a:ext cx="131572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50">
                <a:solidFill>
                  <a:srgbClr val="21232D"/>
                </a:solidFill>
                <a:latin typeface="Arial"/>
                <a:cs typeface="Arial"/>
              </a:rPr>
              <a:t>Dr</a:t>
            </a:r>
            <a:r>
              <a:rPr dirty="0" sz="1200" spc="-50">
                <a:solidFill>
                  <a:srgbClr val="79808E"/>
                </a:solidFill>
                <a:latin typeface="Arial"/>
                <a:cs typeface="Arial"/>
              </a:rPr>
              <a:t>.</a:t>
            </a:r>
            <a:r>
              <a:rPr dirty="0" sz="1250" spc="-50" b="1">
                <a:solidFill>
                  <a:srgbClr val="3D3D4B"/>
                </a:solidFill>
                <a:latin typeface="Arial"/>
                <a:cs typeface="Arial"/>
              </a:rPr>
              <a:t>Sot,tu</a:t>
            </a:r>
            <a:r>
              <a:rPr dirty="0" sz="1250" spc="-50" b="1">
                <a:solidFill>
                  <a:srgbClr val="21232D"/>
                </a:solidFill>
                <a:latin typeface="Arial"/>
                <a:cs typeface="Arial"/>
              </a:rPr>
              <a:t>a</a:t>
            </a:r>
            <a:r>
              <a:rPr dirty="0" sz="1250" spc="-50" b="1">
                <a:solidFill>
                  <a:srgbClr val="21232D"/>
                </a:solidFill>
                <a:latin typeface="Times New Roman"/>
                <a:cs typeface="Times New Roman"/>
              </a:rPr>
              <a:t>H</a:t>
            </a:r>
            <a:r>
              <a:rPr dirty="0" sz="1250" spc="-50" b="1">
                <a:solidFill>
                  <a:srgbClr val="3D3D4B"/>
                </a:solidFill>
                <a:latin typeface="Times New Roman"/>
                <a:cs typeface="Times New Roman"/>
              </a:rPr>
              <a:t>l:lrlwetl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5374774" y="8842799"/>
            <a:ext cx="17462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-145">
                <a:solidFill>
                  <a:srgbClr val="495260"/>
                </a:solidFill>
                <a:latin typeface="Arial"/>
                <a:cs typeface="Arial"/>
              </a:rPr>
              <a:t>0</a:t>
            </a:r>
            <a:endParaRPr sz="24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6222318" y="8886112"/>
            <a:ext cx="187325" cy="342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335">
              <a:lnSpc>
                <a:spcPts val="1120"/>
              </a:lnSpc>
              <a:spcBef>
                <a:spcPts val="114"/>
              </a:spcBef>
            </a:pPr>
            <a:r>
              <a:rPr dirty="0" sz="1100" spc="-25">
                <a:solidFill>
                  <a:srgbClr val="495260"/>
                </a:solidFill>
                <a:latin typeface="Arial"/>
                <a:cs typeface="Arial"/>
              </a:rPr>
              <a:t>00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360"/>
              </a:lnSpc>
            </a:pPr>
            <a:r>
              <a:rPr dirty="0" sz="1300" spc="-70">
                <a:solidFill>
                  <a:srgbClr val="696D75"/>
                </a:solidFill>
                <a:latin typeface="Arial"/>
                <a:cs typeface="Arial"/>
              </a:rPr>
              <a:t>00</a:t>
            </a:r>
            <a:endParaRPr sz="13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6507891" y="1790758"/>
            <a:ext cx="168910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-140">
                <a:solidFill>
                  <a:srgbClr val="937E89"/>
                </a:solidFill>
                <a:latin typeface="Arial"/>
                <a:cs typeface="Arial"/>
              </a:rPr>
              <a:t>0</a:t>
            </a:r>
            <a:endParaRPr sz="23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9021649" y="2275065"/>
            <a:ext cx="108077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21232D"/>
                </a:solidFill>
                <a:latin typeface="Arial"/>
                <a:cs typeface="Arial"/>
              </a:rPr>
              <a:t>Appointm</a:t>
            </a:r>
            <a:endParaRPr sz="17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9761762" y="3298814"/>
            <a:ext cx="419734" cy="588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29870" algn="l"/>
              </a:tabLst>
            </a:pPr>
            <a:r>
              <a:rPr dirty="0" sz="850" spc="-50">
                <a:solidFill>
                  <a:srgbClr val="79808E"/>
                </a:solidFill>
                <a:latin typeface="Arial"/>
                <a:cs typeface="Arial"/>
              </a:rPr>
              <a:t>•</a:t>
            </a:r>
            <a:r>
              <a:rPr dirty="0" sz="850">
                <a:solidFill>
                  <a:srgbClr val="79808E"/>
                </a:solidFill>
                <a:latin typeface="Arial"/>
                <a:cs typeface="Arial"/>
              </a:rPr>
              <a:t>	</a:t>
            </a:r>
            <a:r>
              <a:rPr dirty="0" sz="3650" spc="60">
                <a:solidFill>
                  <a:srgbClr val="16B518"/>
                </a:solidFill>
                <a:latin typeface="Times New Roman"/>
                <a:cs typeface="Times New Roman"/>
              </a:rPr>
              <a:t>•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9308424" y="4043000"/>
            <a:ext cx="755650" cy="2146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100">
                <a:solidFill>
                  <a:srgbClr val="3D3D4B"/>
                </a:solidFill>
                <a:latin typeface="Arial"/>
                <a:cs typeface="Arial"/>
              </a:rPr>
              <a:t>Dr</a:t>
            </a:r>
            <a:r>
              <a:rPr dirty="0" sz="1250" spc="-100">
                <a:solidFill>
                  <a:srgbClr val="79808E"/>
                </a:solidFill>
                <a:latin typeface="Arial"/>
                <a:cs typeface="Arial"/>
              </a:rPr>
              <a:t>.</a:t>
            </a:r>
            <a:r>
              <a:rPr dirty="0" sz="1250" spc="-100">
                <a:solidFill>
                  <a:srgbClr val="3D3D4B"/>
                </a:solidFill>
                <a:latin typeface="Arial"/>
                <a:cs typeface="Arial"/>
              </a:rPr>
              <a:t>£1C!anor</a:t>
            </a:r>
            <a:endParaRPr sz="12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9415517" y="4893498"/>
            <a:ext cx="6381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95260"/>
                </a:solidFill>
                <a:latin typeface="Arial"/>
                <a:cs typeface="Arial"/>
              </a:rPr>
              <a:t>C,</a:t>
            </a:r>
            <a:r>
              <a:rPr dirty="0" sz="1150" spc="150">
                <a:solidFill>
                  <a:srgbClr val="495260"/>
                </a:solidFill>
                <a:latin typeface="Arial"/>
                <a:cs typeface="Arial"/>
              </a:rPr>
              <a:t> </a:t>
            </a:r>
            <a:r>
              <a:rPr dirty="0" u="sng" sz="1300" spc="-125">
                <a:solidFill>
                  <a:srgbClr val="495260"/>
                </a:solidFill>
                <a:uFill>
                  <a:solidFill>
                    <a:srgbClr val="696D75"/>
                  </a:solidFill>
                </a:uFill>
                <a:latin typeface="Arial"/>
                <a:cs typeface="Arial"/>
              </a:rPr>
              <a:t>�</a:t>
            </a:r>
            <a:r>
              <a:rPr dirty="0" u="sng" sz="1300" spc="-125">
                <a:solidFill>
                  <a:srgbClr val="696D75"/>
                </a:solidFill>
                <a:uFill>
                  <a:solidFill>
                    <a:srgbClr val="696D75"/>
                  </a:solidFill>
                </a:uFill>
                <a:latin typeface="Arial"/>
                <a:cs typeface="Arial"/>
              </a:rPr>
              <a:t>tdoo</a:t>
            </a:r>
            <a:endParaRPr sz="13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9398924" y="8610488"/>
            <a:ext cx="687705" cy="23367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350" spc="60">
                <a:solidFill>
                  <a:srgbClr val="979EAA"/>
                </a:solidFill>
                <a:latin typeface="Arial"/>
                <a:cs typeface="Arial"/>
              </a:rPr>
              <a:t>700Af.1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7519" y="5402322"/>
            <a:ext cx="849466" cy="1370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2833" y="5386572"/>
            <a:ext cx="1006775" cy="14017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994" y="5370822"/>
            <a:ext cx="1006775" cy="14174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0886" y="5386572"/>
            <a:ext cx="1400047" cy="140174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30275" y="948134"/>
            <a:ext cx="208788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>
                <a:solidFill>
                  <a:srgbClr val="052A4D"/>
                </a:solidFill>
              </a:rPr>
              <a:t>Resu</a:t>
            </a:r>
            <a:r>
              <a:rPr dirty="0" spc="125">
                <a:solidFill>
                  <a:srgbClr val="052A4D"/>
                </a:solidFill>
              </a:rPr>
              <a:t> </a:t>
            </a:r>
            <a:r>
              <a:rPr dirty="0" spc="-25">
                <a:solidFill>
                  <a:srgbClr val="052A4D"/>
                </a:solidFill>
              </a:rPr>
              <a:t>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13096" y="948134"/>
            <a:ext cx="324993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b="1">
                <a:solidFill>
                  <a:srgbClr val="052A4D"/>
                </a:solidFill>
                <a:latin typeface="Arial"/>
                <a:cs typeface="Arial"/>
              </a:rPr>
              <a:t>os</a:t>
            </a:r>
            <a:r>
              <a:rPr dirty="0" sz="4450" spc="185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4450" spc="190" b="1">
                <a:solidFill>
                  <a:srgbClr val="052A4D"/>
                </a:solidFill>
                <a:latin typeface="Arial"/>
                <a:cs typeface="Arial"/>
              </a:rPr>
              <a:t>A</a:t>
            </a:r>
            <a:r>
              <a:rPr dirty="0" sz="4450" spc="105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4450" spc="305" b="1">
                <a:solidFill>
                  <a:srgbClr val="052A4D"/>
                </a:solidFill>
                <a:latin typeface="Arial"/>
                <a:cs typeface="Arial"/>
              </a:rPr>
              <a:t>canza</a:t>
            </a:r>
            <a:endParaRPr sz="4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2657" y="948134"/>
            <a:ext cx="535305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b="1">
                <a:solidFill>
                  <a:srgbClr val="052A4D"/>
                </a:solidFill>
                <a:latin typeface="Arial"/>
                <a:cs typeface="Arial"/>
              </a:rPr>
              <a:t>os:</a:t>
            </a:r>
            <a:r>
              <a:rPr dirty="0" sz="4450" spc="-229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4450" spc="185" b="1">
                <a:solidFill>
                  <a:srgbClr val="052A4D"/>
                </a:solidFill>
                <a:latin typeface="Arial"/>
                <a:cs typeface="Arial"/>
              </a:rPr>
              <a:t>Sincronizaci6n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2865" y="7126054"/>
            <a:ext cx="4493260" cy="446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50" spc="-45" b="1">
                <a:solidFill>
                  <a:srgbClr val="052A4D"/>
                </a:solidFill>
                <a:latin typeface="Arial"/>
                <a:cs typeface="Arial"/>
              </a:rPr>
              <a:t>DISPONIBILIDAD</a:t>
            </a:r>
            <a:r>
              <a:rPr dirty="0" sz="2750" spc="-415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2750" spc="-85" b="1">
                <a:solidFill>
                  <a:srgbClr val="052A4D"/>
                </a:solidFill>
                <a:latin typeface="Arial"/>
                <a:cs typeface="Arial"/>
              </a:rPr>
              <a:t>DE</a:t>
            </a:r>
            <a:r>
              <a:rPr dirty="0" sz="2750" spc="-210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2750" spc="-165" b="1">
                <a:solidFill>
                  <a:srgbClr val="052A4D"/>
                </a:solidFill>
                <a:latin typeface="Arial"/>
                <a:cs typeface="Arial"/>
              </a:rPr>
              <a:t>DATOS</a:t>
            </a:r>
            <a:endParaRPr sz="2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44251" y="4700252"/>
            <a:ext cx="8547735" cy="130619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100" spc="10" b="1">
                <a:solidFill>
                  <a:srgbClr val="052A4D"/>
                </a:solidFill>
                <a:latin typeface="Arial"/>
                <a:cs typeface="Arial"/>
              </a:rPr>
              <a:t>Funcionamiento</a:t>
            </a:r>
            <a:r>
              <a:rPr dirty="0" sz="2100" spc="280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2100" spc="10" b="1">
                <a:solidFill>
                  <a:srgbClr val="052A4D"/>
                </a:solidFill>
                <a:latin typeface="Arial"/>
                <a:cs typeface="Arial"/>
              </a:rPr>
              <a:t>Offline-</a:t>
            </a:r>
            <a:r>
              <a:rPr dirty="0" sz="2100" spc="-20" b="1">
                <a:solidFill>
                  <a:srgbClr val="052A4D"/>
                </a:solidFill>
                <a:latin typeface="Arial"/>
                <a:cs typeface="Arial"/>
              </a:rPr>
              <a:t>First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050" spc="-60">
                <a:solidFill>
                  <a:srgbClr val="495262"/>
                </a:solidFill>
                <a:latin typeface="Arial"/>
                <a:cs typeface="Arial"/>
              </a:rPr>
              <a:t>Se</a:t>
            </a:r>
            <a:r>
              <a:rPr dirty="0" sz="2050" spc="-23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00">
                <a:solidFill>
                  <a:srgbClr val="495262"/>
                </a:solidFill>
                <a:latin typeface="Arial"/>
                <a:cs typeface="Arial"/>
              </a:rPr>
              <a:t>implement6</a:t>
            </a:r>
            <a:r>
              <a:rPr dirty="0" sz="2050" spc="-13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10">
                <a:solidFill>
                  <a:srgbClr val="495262"/>
                </a:solidFill>
                <a:latin typeface="Arial"/>
                <a:cs typeface="Arial"/>
              </a:rPr>
              <a:t>un</a:t>
            </a:r>
            <a:r>
              <a:rPr dirty="0" sz="2050" spc="-23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05">
                <a:solidFill>
                  <a:srgbClr val="495262"/>
                </a:solidFill>
                <a:latin typeface="Arial"/>
                <a:cs typeface="Arial"/>
              </a:rPr>
              <a:t>modulo</a:t>
            </a:r>
            <a:r>
              <a:rPr dirty="0" sz="2050" spc="-18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229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sincronizaci6n</a:t>
            </a:r>
            <a:r>
              <a:rPr dirty="0" sz="2050" spc="-3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que</a:t>
            </a:r>
            <a:r>
              <a:rPr dirty="0" sz="2050" spc="-24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10">
                <a:solidFill>
                  <a:srgbClr val="495262"/>
                </a:solidFill>
                <a:latin typeface="Arial"/>
                <a:cs typeface="Arial"/>
              </a:rPr>
              <a:t>permite</a:t>
            </a:r>
            <a:r>
              <a:rPr dirty="0" sz="2050" spc="-26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guardar</a:t>
            </a:r>
            <a:r>
              <a:rPr dirty="0" sz="2050" spc="-11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495262"/>
                </a:solidFill>
                <a:latin typeface="Arial"/>
                <a:cs typeface="Arial"/>
              </a:rPr>
              <a:t>citas</a:t>
            </a:r>
            <a:endParaRPr sz="20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050"/>
              </a:spcBef>
            </a:pP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localmente</a:t>
            </a:r>
            <a:r>
              <a:rPr dirty="0" sz="2050" spc="3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en</a:t>
            </a:r>
            <a:r>
              <a:rPr dirty="0" sz="2050" spc="-25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200" spc="-70" b="1">
                <a:solidFill>
                  <a:srgbClr val="495262"/>
                </a:solidFill>
                <a:latin typeface="Arial"/>
                <a:cs typeface="Arial"/>
              </a:rPr>
              <a:t>SQLite</a:t>
            </a:r>
            <a:r>
              <a:rPr dirty="0" sz="2200" spc="-45" b="1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cuando</a:t>
            </a:r>
            <a:r>
              <a:rPr dirty="0" sz="2050" spc="-5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conexi6n</a:t>
            </a:r>
            <a:r>
              <a:rPr dirty="0" sz="2050" spc="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falla.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43552" y="6241295"/>
            <a:ext cx="8431530" cy="134429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5875" marR="5080" indent="-3810">
              <a:lnSpc>
                <a:spcPct val="138600"/>
              </a:lnSpc>
              <a:spcBef>
                <a:spcPts val="5"/>
              </a:spcBef>
            </a:pPr>
            <a:r>
              <a:rPr dirty="0" sz="2050" spc="55">
                <a:solidFill>
                  <a:srgbClr val="495262"/>
                </a:solidFill>
                <a:latin typeface="Arial"/>
                <a:cs typeface="Arial"/>
              </a:rPr>
              <a:t>Una</a:t>
            </a:r>
            <a:r>
              <a:rPr dirty="0" sz="2050" spc="-15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vez</a:t>
            </a:r>
            <a:r>
              <a:rPr dirty="0" sz="2050" spc="-1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495262"/>
                </a:solidFill>
                <a:latin typeface="Arial"/>
                <a:cs typeface="Arial"/>
              </a:rPr>
              <a:t>restablecido</a:t>
            </a:r>
            <a:r>
              <a:rPr dirty="0" sz="2050" spc="-3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el</a:t>
            </a:r>
            <a:r>
              <a:rPr dirty="0" sz="2050" spc="-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110">
                <a:solidFill>
                  <a:srgbClr val="495262"/>
                </a:solidFill>
                <a:latin typeface="Arial"/>
                <a:cs typeface="Arial"/>
              </a:rPr>
              <a:t>Internet,</a:t>
            </a:r>
            <a:r>
              <a:rPr dirty="0" sz="2050" spc="-229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el</a:t>
            </a:r>
            <a:r>
              <a:rPr dirty="0" sz="2050" spc="-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495262"/>
                </a:solidFill>
                <a:latin typeface="Arial"/>
                <a:cs typeface="Arial"/>
              </a:rPr>
              <a:t>sistema</a:t>
            </a:r>
            <a:r>
              <a:rPr dirty="0" sz="2050" spc="-6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envfa</a:t>
            </a:r>
            <a:r>
              <a:rPr dirty="0" sz="2050" spc="-16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las</a:t>
            </a:r>
            <a:r>
              <a:rPr dirty="0" sz="2050" spc="-22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datos </a:t>
            </a:r>
            <a:r>
              <a:rPr dirty="0" sz="2050" spc="100">
                <a:solidFill>
                  <a:srgbClr val="495262"/>
                </a:solidFill>
                <a:latin typeface="Arial"/>
                <a:cs typeface="Arial"/>
              </a:rPr>
              <a:t>automaticamente</a:t>
            </a:r>
            <a:r>
              <a:rPr dirty="0" sz="2050" spc="-37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30">
                <a:solidFill>
                  <a:srgbClr val="495262"/>
                </a:solidFill>
                <a:latin typeface="Arial"/>
                <a:cs typeface="Arial"/>
              </a:rPr>
              <a:t>a</a:t>
            </a:r>
            <a:r>
              <a:rPr dirty="0" sz="2050" spc="-2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200" spc="-125" b="1">
                <a:solidFill>
                  <a:srgbClr val="495262"/>
                </a:solidFill>
                <a:latin typeface="Arial"/>
                <a:cs typeface="Arial"/>
              </a:rPr>
              <a:t>PostgreSQL</a:t>
            </a:r>
            <a:r>
              <a:rPr dirty="0" sz="2200" spc="-100" b="1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mediante</a:t>
            </a:r>
            <a:r>
              <a:rPr dirty="0" sz="2050" spc="-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15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API</a:t>
            </a:r>
            <a:r>
              <a:rPr dirty="0" sz="2050" spc="-8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22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Flask,</a:t>
            </a:r>
            <a:r>
              <a:rPr dirty="0" sz="2050" spc="-19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evitando</a:t>
            </a:r>
            <a:r>
              <a:rPr dirty="0" sz="2050" spc="-12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495262"/>
                </a:solidFill>
                <a:latin typeface="Arial"/>
                <a:cs typeface="Arial"/>
              </a:rPr>
              <a:t>la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perdida</a:t>
            </a:r>
            <a:r>
              <a:rPr dirty="0" sz="2050" spc="-10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32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informaci6n.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5778" y="4520324"/>
            <a:ext cx="644965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2955" y="4520324"/>
            <a:ext cx="802274" cy="56699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115"/>
              </a:spcBef>
            </a:pPr>
            <a:r>
              <a:rPr dirty="0" spc="160">
                <a:solidFill>
                  <a:srgbClr val="052A4D"/>
                </a:solidFill>
              </a:rPr>
              <a:t>Cone</a:t>
            </a:r>
            <a:r>
              <a:rPr dirty="0" spc="-140">
                <a:solidFill>
                  <a:srgbClr val="052A4D"/>
                </a:solidFill>
              </a:rPr>
              <a:t> </a:t>
            </a:r>
            <a:r>
              <a:rPr dirty="0" spc="55">
                <a:solidFill>
                  <a:srgbClr val="052A4D"/>
                </a:solidFill>
              </a:rPr>
              <a:t>usiones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07199" y="5499872"/>
            <a:ext cx="526669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295" b="1">
                <a:solidFill>
                  <a:srgbClr val="052A4D"/>
                </a:solidFill>
                <a:latin typeface="Arial"/>
                <a:cs typeface="Arial"/>
              </a:rPr>
              <a:t>1.</a:t>
            </a:r>
            <a:r>
              <a:rPr dirty="0" sz="2700" spc="-30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2700" spc="90" b="1">
                <a:solidFill>
                  <a:srgbClr val="052A4D"/>
                </a:solidFill>
                <a:latin typeface="Arial"/>
                <a:cs typeface="Arial"/>
              </a:rPr>
              <a:t>Optimizaci6n</a:t>
            </a:r>
            <a:r>
              <a:rPr dirty="0" sz="2700" spc="145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2700" spc="75" b="1">
                <a:solidFill>
                  <a:srgbClr val="052A4D"/>
                </a:solidFill>
                <a:latin typeface="Arial"/>
                <a:cs typeface="Arial"/>
              </a:rPr>
              <a:t>Administrativa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5305" y="6096009"/>
            <a:ext cx="7537450" cy="1395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4" marR="5080" indent="-2540">
              <a:lnSpc>
                <a:spcPct val="146200"/>
              </a:lnSpc>
              <a:spcBef>
                <a:spcPts val="95"/>
              </a:spcBef>
            </a:pPr>
            <a:r>
              <a:rPr dirty="0" sz="2050" spc="-35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13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495262"/>
                </a:solidFill>
                <a:latin typeface="Arial"/>
                <a:cs typeface="Arial"/>
              </a:rPr>
              <a:t>digitalizaci6n</a:t>
            </a:r>
            <a:r>
              <a:rPr dirty="0" sz="2050" spc="-2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495262"/>
                </a:solidFill>
                <a:latin typeface="Arial"/>
                <a:cs typeface="Arial"/>
              </a:rPr>
              <a:t>mediante</a:t>
            </a:r>
            <a:r>
              <a:rPr dirty="0" sz="2050" spc="-2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SmarthTooth</a:t>
            </a:r>
            <a:r>
              <a:rPr dirty="0" sz="2050" spc="-5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reduce</a:t>
            </a:r>
            <a:r>
              <a:rPr dirty="0" sz="2050" spc="-18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errores</a:t>
            </a:r>
            <a:r>
              <a:rPr dirty="0" sz="2050" spc="-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de duplicaci6n</a:t>
            </a:r>
            <a:r>
              <a:rPr dirty="0" sz="2050" spc="-3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495262"/>
                </a:solidFill>
                <a:latin typeface="Arial"/>
                <a:cs typeface="Arial"/>
              </a:rPr>
              <a:t>de</a:t>
            </a:r>
            <a:r>
              <a:rPr dirty="0" sz="2050" spc="-31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horarios</a:t>
            </a:r>
            <a:r>
              <a:rPr dirty="0" sz="2050" spc="-114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495262"/>
                </a:solidFill>
                <a:latin typeface="Arial"/>
                <a:cs typeface="Arial"/>
              </a:rPr>
              <a:t>ycentraliza</a:t>
            </a:r>
            <a:r>
              <a:rPr dirty="0" sz="2050" spc="-3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21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informaci6n,</a:t>
            </a:r>
            <a:r>
              <a:rPr dirty="0" sz="2050" spc="-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495262"/>
                </a:solidFill>
                <a:latin typeface="Arial"/>
                <a:cs typeface="Arial"/>
              </a:rPr>
              <a:t>superando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las</a:t>
            </a:r>
            <a:r>
              <a:rPr dirty="0" sz="2050" spc="-10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limitaciones</a:t>
            </a:r>
            <a:r>
              <a:rPr dirty="0" sz="2050" spc="10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del</a:t>
            </a:r>
            <a:r>
              <a:rPr dirty="0" sz="2050" spc="-5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95">
                <a:solidFill>
                  <a:srgbClr val="495262"/>
                </a:solidFill>
                <a:latin typeface="Arial"/>
                <a:cs typeface="Arial"/>
              </a:rPr>
              <a:t>registro</a:t>
            </a:r>
            <a:r>
              <a:rPr dirty="0" sz="2050" spc="-12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manual</a:t>
            </a:r>
            <a:r>
              <a:rPr dirty="0" sz="2050" spc="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en</a:t>
            </a:r>
            <a:r>
              <a:rPr dirty="0" sz="2050" spc="-2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cuadernos</a:t>
            </a:r>
            <a:r>
              <a:rPr dirty="0" sz="2050" spc="6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495262"/>
                </a:solidFill>
                <a:latin typeface="Arial"/>
                <a:cs typeface="Arial"/>
              </a:rPr>
              <a:t>ffsicos.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35199" y="5499872"/>
            <a:ext cx="431165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10" b="1">
                <a:solidFill>
                  <a:srgbClr val="052A4D"/>
                </a:solidFill>
                <a:latin typeface="Arial"/>
                <a:cs typeface="Arial"/>
              </a:rPr>
              <a:t>2.</a:t>
            </a:r>
            <a:r>
              <a:rPr dirty="0" sz="2700" spc="20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2700" spc="80" b="1">
                <a:solidFill>
                  <a:srgbClr val="052A4D"/>
                </a:solidFill>
                <a:latin typeface="Arial"/>
                <a:cs typeface="Arial"/>
              </a:rPr>
              <a:t>Viabilidad</a:t>
            </a:r>
            <a:r>
              <a:rPr dirty="0" sz="2700" spc="270" b="1">
                <a:solidFill>
                  <a:srgbClr val="052A4D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052A4D"/>
                </a:solidFill>
                <a:latin typeface="Arial"/>
                <a:cs typeface="Arial"/>
              </a:rPr>
              <a:t>Tecnol6gica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32482" y="6096009"/>
            <a:ext cx="7567295" cy="1852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 marR="5080" indent="-1270">
              <a:lnSpc>
                <a:spcPct val="146200"/>
              </a:lnSpc>
              <a:spcBef>
                <a:spcPts val="95"/>
              </a:spcBef>
            </a:pPr>
            <a:r>
              <a:rPr dirty="0" sz="2050" spc="-35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17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5">
                <a:solidFill>
                  <a:srgbClr val="495262"/>
                </a:solidFill>
                <a:latin typeface="Arial"/>
                <a:cs typeface="Arial"/>
              </a:rPr>
              <a:t>arquitectura</a:t>
            </a:r>
            <a:r>
              <a:rPr dirty="0" sz="2050" spc="4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hfbrida</a:t>
            </a:r>
            <a:r>
              <a:rPr dirty="0" sz="2050" spc="-7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495262"/>
                </a:solidFill>
                <a:latin typeface="Arial"/>
                <a:cs typeface="Arial"/>
              </a:rPr>
              <a:t>(Flutter/Flask)</a:t>
            </a:r>
            <a:r>
              <a:rPr dirty="0" sz="2050" spc="-26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495262"/>
                </a:solidFill>
                <a:latin typeface="Arial"/>
                <a:cs typeface="Arial"/>
              </a:rPr>
              <a:t>demostr6</a:t>
            </a:r>
            <a:r>
              <a:rPr dirty="0" sz="2050" spc="-9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ser</a:t>
            </a:r>
            <a:r>
              <a:rPr dirty="0" sz="2050" spc="-15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495262"/>
                </a:solidFill>
                <a:latin typeface="Arial"/>
                <a:cs typeface="Arial"/>
              </a:rPr>
              <a:t>una </a:t>
            </a:r>
            <a:r>
              <a:rPr dirty="0" sz="2050" spc="70">
                <a:solidFill>
                  <a:srgbClr val="495262"/>
                </a:solidFill>
                <a:latin typeface="Arial"/>
                <a:cs typeface="Arial"/>
              </a:rPr>
              <a:t>soluci6n</a:t>
            </a:r>
            <a:r>
              <a:rPr dirty="0" sz="2050" spc="-16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costo-efectiva</a:t>
            </a:r>
            <a:r>
              <a:rPr dirty="0" sz="2050" spc="-27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495262"/>
                </a:solidFill>
                <a:latin typeface="Arial"/>
                <a:cs typeface="Arial"/>
              </a:rPr>
              <a:t>y</a:t>
            </a:r>
            <a:r>
              <a:rPr dirty="0" sz="2050" spc="-16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robusta,</a:t>
            </a:r>
            <a:r>
              <a:rPr dirty="0" sz="2050" spc="-27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garantizando</a:t>
            </a:r>
            <a:r>
              <a:rPr dirty="0" sz="2050" spc="-7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495262"/>
                </a:solidFill>
                <a:latin typeface="Arial"/>
                <a:cs typeface="Arial"/>
              </a:rPr>
              <a:t>la</a:t>
            </a:r>
            <a:r>
              <a:rPr dirty="0" sz="2050" spc="-22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continuidad </a:t>
            </a:r>
            <a:r>
              <a:rPr dirty="0" sz="2050" spc="70">
                <a:solidFill>
                  <a:srgbClr val="495262"/>
                </a:solidFill>
                <a:latin typeface="Arial"/>
                <a:cs typeface="Arial"/>
              </a:rPr>
              <a:t>operativa</a:t>
            </a:r>
            <a:r>
              <a:rPr dirty="0" sz="2050" spc="20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495262"/>
                </a:solidFill>
                <a:latin typeface="Arial"/>
                <a:cs typeface="Arial"/>
              </a:rPr>
              <a:t>del</a:t>
            </a:r>
            <a:r>
              <a:rPr dirty="0" sz="2050" spc="-9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495262"/>
                </a:solidFill>
                <a:latin typeface="Arial"/>
                <a:cs typeface="Arial"/>
              </a:rPr>
              <a:t>consultorio</a:t>
            </a:r>
            <a:r>
              <a:rPr dirty="0" sz="2050" spc="-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495262"/>
                </a:solidFill>
                <a:latin typeface="Arial"/>
                <a:cs typeface="Arial"/>
              </a:rPr>
              <a:t>bajo</a:t>
            </a:r>
            <a:r>
              <a:rPr dirty="0" sz="2050" spc="-19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495262"/>
                </a:solidFill>
                <a:latin typeface="Arial"/>
                <a:cs typeface="Arial"/>
              </a:rPr>
              <a:t>cualquier</a:t>
            </a:r>
            <a:r>
              <a:rPr dirty="0" sz="2050" spc="-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495262"/>
                </a:solidFill>
                <a:latin typeface="Arial"/>
                <a:cs typeface="Arial"/>
              </a:rPr>
              <a:t>escenario</a:t>
            </a:r>
            <a:r>
              <a:rPr dirty="0" sz="2050" spc="-15">
                <a:solidFill>
                  <a:srgbClr val="495262"/>
                </a:solidFill>
                <a:latin typeface="Arial"/>
                <a:cs typeface="Arial"/>
              </a:rPr>
              <a:t> </a:t>
            </a:r>
            <a:r>
              <a:rPr dirty="0" sz="2050" spc="35">
                <a:solidFill>
                  <a:srgbClr val="495262"/>
                </a:solidFill>
                <a:latin typeface="Arial"/>
                <a:cs typeface="Arial"/>
              </a:rPr>
              <a:t>de </a:t>
            </a:r>
            <a:r>
              <a:rPr dirty="0" sz="2050" spc="45">
                <a:solidFill>
                  <a:srgbClr val="495262"/>
                </a:solidFill>
                <a:latin typeface="Arial"/>
                <a:cs typeface="Arial"/>
              </a:rPr>
              <a:t>conectividad.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756086"/>
            <a:ext cx="110116" cy="818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9260" y="1055331"/>
            <a:ext cx="361810" cy="519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9703" y="929335"/>
            <a:ext cx="2548401" cy="64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5429" y="2409829"/>
            <a:ext cx="4294527" cy="70244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83345" y="2913830"/>
            <a:ext cx="3681023" cy="656773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492486" y="3260327"/>
            <a:ext cx="2721610" cy="5607050"/>
            <a:chOff x="10492486" y="3260327"/>
            <a:chExt cx="2721610" cy="560705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92486" y="3260327"/>
              <a:ext cx="2721440" cy="56069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57731" y="7119067"/>
              <a:ext cx="440464" cy="174824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18433" y="2961082"/>
            <a:ext cx="487656" cy="4409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02696" y="4126576"/>
            <a:ext cx="110116" cy="143324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717317" y="3528078"/>
            <a:ext cx="157308" cy="2677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33048" y="4032076"/>
            <a:ext cx="519118" cy="1417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622931" y="4425824"/>
            <a:ext cx="849466" cy="944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748777" y="5055823"/>
            <a:ext cx="1242738" cy="110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346552" y="2992581"/>
            <a:ext cx="818005" cy="362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573562" y="2961082"/>
            <a:ext cx="519118" cy="51974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369058" y="5071573"/>
            <a:ext cx="330348" cy="944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418433" y="7890815"/>
            <a:ext cx="2674248" cy="69299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998293" y="4725074"/>
            <a:ext cx="110116" cy="67724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297185" y="3260327"/>
            <a:ext cx="1761857" cy="2693242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6312914" y="6363070"/>
            <a:ext cx="110489" cy="693420"/>
            <a:chOff x="16312914" y="6363070"/>
            <a:chExt cx="110489" cy="693420"/>
          </a:xfrm>
        </p:grpSpPr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312914" y="6363070"/>
              <a:ext cx="110116" cy="3307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312914" y="6709569"/>
              <a:ext cx="110116" cy="346499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564607" y="6205570"/>
            <a:ext cx="456195" cy="9449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6533141" y="6363070"/>
            <a:ext cx="503555" cy="504190"/>
            <a:chOff x="16533141" y="6363070"/>
            <a:chExt cx="503555" cy="504190"/>
          </a:xfrm>
        </p:grpSpPr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533141" y="6363070"/>
              <a:ext cx="503387" cy="3307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533141" y="6709569"/>
              <a:ext cx="503387" cy="157499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312914" y="7166317"/>
            <a:ext cx="928121" cy="168524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571383" y="4410074"/>
            <a:ext cx="346079" cy="36224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7445536" y="5496822"/>
            <a:ext cx="393271" cy="9449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357925" y="3260327"/>
            <a:ext cx="629234" cy="42524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8216348" y="5481072"/>
            <a:ext cx="361810" cy="11024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216348" y="7418316"/>
            <a:ext cx="409002" cy="11024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8892772" y="5024323"/>
            <a:ext cx="125846" cy="69299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562429" y="8442064"/>
            <a:ext cx="424733" cy="425248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7590141" y="897831"/>
            <a:ext cx="0" cy="504190"/>
          </a:xfrm>
          <a:custGeom>
            <a:avLst/>
            <a:gdLst/>
            <a:ahLst/>
            <a:cxnLst/>
            <a:rect l="l" t="t" r="r" b="b"/>
            <a:pathLst>
              <a:path w="0" h="504190">
                <a:moveTo>
                  <a:pt x="0" y="503998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457752" y="5559819"/>
            <a:ext cx="0" cy="1134110"/>
          </a:xfrm>
          <a:custGeom>
            <a:avLst/>
            <a:gdLst/>
            <a:ahLst/>
            <a:cxnLst/>
            <a:rect l="l" t="t" r="r" b="b"/>
            <a:pathLst>
              <a:path w="0" h="1134109">
                <a:moveTo>
                  <a:pt x="0" y="1133997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457752" y="3402075"/>
            <a:ext cx="0" cy="724535"/>
          </a:xfrm>
          <a:custGeom>
            <a:avLst/>
            <a:gdLst/>
            <a:ahLst/>
            <a:cxnLst/>
            <a:rect l="l" t="t" r="r" b="b"/>
            <a:pathLst>
              <a:path w="0" h="724535">
                <a:moveTo>
                  <a:pt x="0" y="724498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6037613" y="5402320"/>
            <a:ext cx="0" cy="2646045"/>
          </a:xfrm>
          <a:custGeom>
            <a:avLst/>
            <a:gdLst/>
            <a:ahLst/>
            <a:cxnLst/>
            <a:rect l="l" t="t" r="r" b="b"/>
            <a:pathLst>
              <a:path w="0" h="2646045">
                <a:moveTo>
                  <a:pt x="0" y="2645993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6037613" y="3480825"/>
            <a:ext cx="0" cy="1244600"/>
          </a:xfrm>
          <a:custGeom>
            <a:avLst/>
            <a:gdLst/>
            <a:ahLst/>
            <a:cxnLst/>
            <a:rect l="l" t="t" r="r" b="b"/>
            <a:pathLst>
              <a:path w="0" h="1244600">
                <a:moveTo>
                  <a:pt x="0" y="1244246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939958" y="5717319"/>
            <a:ext cx="0" cy="2724785"/>
          </a:xfrm>
          <a:custGeom>
            <a:avLst/>
            <a:gdLst/>
            <a:ahLst/>
            <a:cxnLst/>
            <a:rect l="l" t="t" r="r" b="b"/>
            <a:pathLst>
              <a:path w="0" h="2724784">
                <a:moveTo>
                  <a:pt x="0" y="2724743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8939958" y="3685574"/>
            <a:ext cx="0" cy="1339215"/>
          </a:xfrm>
          <a:custGeom>
            <a:avLst/>
            <a:gdLst/>
            <a:ahLst/>
            <a:cxnLst/>
            <a:rect l="l" t="t" r="r" b="b"/>
            <a:pathLst>
              <a:path w="0" h="1339214">
                <a:moveTo>
                  <a:pt x="0" y="1338746"/>
                </a:moveTo>
                <a:lnTo>
                  <a:pt x="0" y="0"/>
                </a:lnTo>
              </a:path>
            </a:pathLst>
          </a:custGeom>
          <a:ln w="865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906081" y="3008326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59" h="0">
                <a:moveTo>
                  <a:pt x="0" y="0"/>
                </a:moveTo>
                <a:lnTo>
                  <a:pt x="1698933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989330" y="3307575"/>
            <a:ext cx="1369060" cy="0"/>
          </a:xfrm>
          <a:custGeom>
            <a:avLst/>
            <a:gdLst/>
            <a:ahLst/>
            <a:cxnLst/>
            <a:rect l="l" t="t" r="r" b="b"/>
            <a:pathLst>
              <a:path w="1369059" h="0">
                <a:moveTo>
                  <a:pt x="0" y="0"/>
                </a:moveTo>
                <a:lnTo>
                  <a:pt x="1368585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748773" y="5898444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 h="0">
                <a:moveTo>
                  <a:pt x="0" y="0"/>
                </a:moveTo>
                <a:lnTo>
                  <a:pt x="26742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827427" y="7859314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 h="0">
                <a:moveTo>
                  <a:pt x="0" y="0"/>
                </a:moveTo>
                <a:lnTo>
                  <a:pt x="34607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404875" y="8701937"/>
            <a:ext cx="897255" cy="0"/>
          </a:xfrm>
          <a:custGeom>
            <a:avLst/>
            <a:gdLst/>
            <a:ahLst/>
            <a:cxnLst/>
            <a:rect l="l" t="t" r="r" b="b"/>
            <a:pathLst>
              <a:path w="897254" h="0">
                <a:moveTo>
                  <a:pt x="0" y="0"/>
                </a:moveTo>
                <a:lnTo>
                  <a:pt x="896659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6737637" y="8820061"/>
            <a:ext cx="1824989" cy="0"/>
          </a:xfrm>
          <a:custGeom>
            <a:avLst/>
            <a:gdLst/>
            <a:ahLst/>
            <a:cxnLst/>
            <a:rect l="l" t="t" r="r" b="b"/>
            <a:pathLst>
              <a:path w="1824990" h="0">
                <a:moveTo>
                  <a:pt x="0" y="0"/>
                </a:moveTo>
                <a:lnTo>
                  <a:pt x="1824780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948679" y="8820061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5" h="0">
                <a:moveTo>
                  <a:pt x="0" y="0"/>
                </a:moveTo>
                <a:lnTo>
                  <a:pt x="1809049" y="0"/>
                </a:lnTo>
              </a:path>
            </a:pathLst>
          </a:custGeom>
          <a:ln w="86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3733042" y="5914194"/>
            <a:ext cx="0" cy="220979"/>
          </a:xfrm>
          <a:custGeom>
            <a:avLst/>
            <a:gdLst/>
            <a:ahLst/>
            <a:cxnLst/>
            <a:rect l="l" t="t" r="r" b="b"/>
            <a:pathLst>
              <a:path w="0" h="220979">
                <a:moveTo>
                  <a:pt x="0" y="2204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2" name="object 52"/>
          <p:cNvGrpSpPr/>
          <p:nvPr/>
        </p:nvGrpSpPr>
        <p:grpSpPr>
          <a:xfrm>
            <a:off x="11058796" y="6024443"/>
            <a:ext cx="78740" cy="307340"/>
            <a:chOff x="11058796" y="6024443"/>
            <a:chExt cx="78740" cy="307340"/>
          </a:xfrm>
        </p:grpSpPr>
        <p:sp>
          <p:nvSpPr>
            <p:cNvPr id="53" name="object 53"/>
            <p:cNvSpPr/>
            <p:nvPr/>
          </p:nvSpPr>
          <p:spPr>
            <a:xfrm>
              <a:off x="11058796" y="6059881"/>
              <a:ext cx="78740" cy="0"/>
            </a:xfrm>
            <a:custGeom>
              <a:avLst/>
              <a:gdLst/>
              <a:ahLst/>
              <a:cxnLst/>
              <a:rect l="l" t="t" r="r" b="b"/>
              <a:pathLst>
                <a:path w="78740" h="0">
                  <a:moveTo>
                    <a:pt x="0" y="0"/>
                  </a:moveTo>
                  <a:lnTo>
                    <a:pt x="78654" y="0"/>
                  </a:lnTo>
                </a:path>
              </a:pathLst>
            </a:custGeom>
            <a:ln w="70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1066661" y="611106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 h="0">
                  <a:moveTo>
                    <a:pt x="0" y="0"/>
                  </a:moveTo>
                  <a:lnTo>
                    <a:pt x="62923" y="0"/>
                  </a:lnTo>
                </a:path>
              </a:pathLst>
            </a:custGeom>
            <a:ln w="55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1098123" y="6134693"/>
              <a:ext cx="0" cy="197485"/>
            </a:xfrm>
            <a:custGeom>
              <a:avLst/>
              <a:gdLst/>
              <a:ahLst/>
              <a:cxnLst/>
              <a:rect l="l" t="t" r="r" b="b"/>
              <a:pathLst>
                <a:path w="0" h="197485">
                  <a:moveTo>
                    <a:pt x="0" y="196874"/>
                  </a:moveTo>
                  <a:lnTo>
                    <a:pt x="0" y="0"/>
                  </a:lnTo>
                </a:path>
              </a:pathLst>
            </a:custGeom>
            <a:ln w="47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$PPTXTitle"/>
          <p:cNvSpPr txBox="1">
            <a:spLocks noGrp="1"/>
          </p:cNvSpPr>
          <p:nvPr>
            <p:ph type="title"/>
          </p:nvPr>
        </p:nvSpPr>
        <p:spPr>
          <a:xfrm>
            <a:off x="1363750" y="822138"/>
            <a:ext cx="3245485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75">
                <a:solidFill>
                  <a:srgbClr val="032A4F"/>
                </a:solidFill>
              </a:rPr>
              <a:t>Anexos:</a:t>
            </a:r>
            <a:r>
              <a:rPr dirty="0" spc="125">
                <a:solidFill>
                  <a:srgbClr val="032A4F"/>
                </a:solidFill>
              </a:rPr>
              <a:t> </a:t>
            </a:r>
            <a:r>
              <a:rPr dirty="0" spc="55">
                <a:solidFill>
                  <a:srgbClr val="032A4F"/>
                </a:solidFill>
              </a:rPr>
              <a:t>Ca</a:t>
            </a:r>
          </a:p>
        </p:txBody>
      </p:sp>
      <p:sp>
        <p:nvSpPr>
          <p:cNvPr id="57" name="object 57"/>
          <p:cNvSpPr/>
          <p:nvPr/>
        </p:nvSpPr>
        <p:spPr>
          <a:xfrm>
            <a:off x="6812910" y="733656"/>
            <a:ext cx="594995" cy="774065"/>
          </a:xfrm>
          <a:custGeom>
            <a:avLst/>
            <a:gdLst/>
            <a:ahLst/>
            <a:cxnLst/>
            <a:rect l="l" t="t" r="r" b="b"/>
            <a:pathLst>
              <a:path w="594995" h="774065">
                <a:moveTo>
                  <a:pt x="594500" y="773532"/>
                </a:moveTo>
                <a:lnTo>
                  <a:pt x="0" y="773532"/>
                </a:lnTo>
                <a:lnTo>
                  <a:pt x="0" y="0"/>
                </a:lnTo>
                <a:lnTo>
                  <a:pt x="594500" y="0"/>
                </a:lnTo>
                <a:lnTo>
                  <a:pt x="594500" y="773532"/>
                </a:lnTo>
                <a:close/>
              </a:path>
            </a:pathLst>
          </a:custGeom>
          <a:solidFill>
            <a:srgbClr val="032A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5065938" y="822138"/>
            <a:ext cx="242189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4450" spc="145" b="1">
                <a:solidFill>
                  <a:srgbClr val="032A4F"/>
                </a:solidFill>
                <a:latin typeface="Arial"/>
                <a:cs typeface="Arial"/>
              </a:rPr>
              <a:t>turas</a:t>
            </a:r>
            <a:r>
              <a:rPr dirty="0" sz="4450" spc="565" b="1">
                <a:solidFill>
                  <a:srgbClr val="032A4F"/>
                </a:solidFill>
                <a:latin typeface="Arial"/>
                <a:cs typeface="Arial"/>
              </a:rPr>
              <a:t> </a:t>
            </a:r>
            <a:r>
              <a:rPr dirty="0" baseline="7490" sz="6675" spc="135">
                <a:solidFill>
                  <a:srgbClr val="F6FBFB"/>
                </a:solidFill>
                <a:latin typeface="Arial"/>
                <a:cs typeface="Arial"/>
              </a:rPr>
              <a:t>•</a:t>
            </a:r>
            <a:r>
              <a:rPr dirty="0" baseline="7490" sz="6675" spc="719">
                <a:solidFill>
                  <a:srgbClr val="F6FBFB"/>
                </a:solidFill>
                <a:latin typeface="Arial"/>
                <a:cs typeface="Arial"/>
              </a:rPr>
              <a:t> </a:t>
            </a:r>
            <a:r>
              <a:rPr dirty="0" baseline="7490" sz="6675" spc="120">
                <a:solidFill>
                  <a:srgbClr val="F6FBFB"/>
                </a:solidFill>
                <a:latin typeface="Arial"/>
                <a:cs typeface="Arial"/>
              </a:rPr>
              <a:t>-</a:t>
            </a:r>
            <a:endParaRPr baseline="7490" sz="6675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255642" y="3405127"/>
            <a:ext cx="1657350" cy="965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">
              <a:lnSpc>
                <a:spcPts val="3610"/>
              </a:lnSpc>
              <a:spcBef>
                <a:spcPts val="95"/>
              </a:spcBef>
            </a:pPr>
            <a:r>
              <a:rPr dirty="0" sz="3350" spc="-10" b="1">
                <a:solidFill>
                  <a:srgbClr val="212128"/>
                </a:solidFill>
                <a:latin typeface="Arial"/>
                <a:cs typeface="Arial"/>
              </a:rPr>
              <a:t>Choose</a:t>
            </a:r>
            <a:endParaRPr sz="3350">
              <a:latin typeface="Arial"/>
              <a:cs typeface="Arial"/>
            </a:endParaRPr>
          </a:p>
          <a:p>
            <a:pPr marL="12700">
              <a:lnSpc>
                <a:spcPts val="3790"/>
              </a:lnSpc>
            </a:pPr>
            <a:r>
              <a:rPr dirty="0" sz="3500" spc="-200" b="1">
                <a:solidFill>
                  <a:srgbClr val="212128"/>
                </a:solidFill>
                <a:latin typeface="Arial"/>
                <a:cs typeface="Arial"/>
              </a:rPr>
              <a:t>aService</a:t>
            </a:r>
            <a:endParaRPr sz="35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613482" y="2893253"/>
            <a:ext cx="502284" cy="99123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5235"/>
              </a:lnSpc>
              <a:spcBef>
                <a:spcPts val="115"/>
              </a:spcBef>
            </a:pPr>
            <a:r>
              <a:rPr dirty="0" sz="4450" spc="350">
                <a:solidFill>
                  <a:srgbClr val="6B6E77"/>
                </a:solidFill>
                <a:latin typeface="Times New Roman"/>
                <a:cs typeface="Times New Roman"/>
              </a:rPr>
              <a:t>·</a:t>
            </a:r>
            <a:r>
              <a:rPr dirty="0" sz="4450" spc="350">
                <a:solidFill>
                  <a:srgbClr val="212128"/>
                </a:solidFill>
                <a:latin typeface="Times New Roman"/>
                <a:cs typeface="Times New Roman"/>
              </a:rPr>
              <a:t>-</a:t>
            </a:r>
            <a:endParaRPr sz="4450">
              <a:latin typeface="Times New Roman"/>
              <a:cs typeface="Times New Roman"/>
            </a:endParaRPr>
          </a:p>
          <a:p>
            <a:pPr marL="135890">
              <a:lnSpc>
                <a:spcPts val="2355"/>
              </a:lnSpc>
            </a:pPr>
            <a:r>
              <a:rPr dirty="0" sz="2050" spc="5">
                <a:solidFill>
                  <a:srgbClr val="8C909C"/>
                </a:solidFill>
                <a:latin typeface="Arial"/>
                <a:cs typeface="Arial"/>
              </a:rPr>
              <a:t>0</a:t>
            </a:r>
            <a:endParaRPr sz="2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598916" y="7228430"/>
            <a:ext cx="5334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solidFill>
                  <a:srgbClr val="A7ACB5"/>
                </a:solidFill>
                <a:latin typeface="Times New Roman"/>
                <a:cs typeface="Times New Roman"/>
              </a:rPr>
              <a:t>•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026673" y="7330804"/>
            <a:ext cx="164909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0520" algn="l"/>
              </a:tabLst>
            </a:pPr>
            <a:r>
              <a:rPr dirty="0" u="sng" sz="650" spc="-50">
                <a:solidFill>
                  <a:srgbClr val="BCC1CD"/>
                </a:solidFill>
                <a:uFill>
                  <a:solidFill>
                    <a:srgbClr val="BCC1CD"/>
                  </a:solidFill>
                </a:uFill>
                <a:latin typeface="Times New Roman"/>
                <a:cs typeface="Times New Roman"/>
              </a:rPr>
              <a:t>�</a:t>
            </a:r>
            <a:r>
              <a:rPr dirty="0" u="sng" sz="650">
                <a:solidFill>
                  <a:srgbClr val="BCC1CD"/>
                </a:solidFill>
                <a:uFill>
                  <a:solidFill>
                    <a:srgbClr val="BCC1CD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650" spc="140">
                <a:solidFill>
                  <a:srgbClr val="BCC1CD"/>
                </a:solidFill>
                <a:latin typeface="Times New Roman"/>
                <a:cs typeface="Times New Roman"/>
              </a:rPr>
              <a:t> </a:t>
            </a:r>
            <a:r>
              <a:rPr dirty="0" u="sng" sz="650" spc="140">
                <a:solidFill>
                  <a:srgbClr val="BCC1CD"/>
                </a:solidFill>
                <a:uFill>
                  <a:solidFill>
                    <a:srgbClr val="BCC1CD"/>
                  </a:solidFill>
                </a:uFill>
                <a:latin typeface="Times New Roman"/>
                <a:cs typeface="Times New Roman"/>
              </a:rPr>
              <a:t>b!IQ':0&lt;lm1o,..Dla&gt;s'/�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147077" y="7456803"/>
            <a:ext cx="1378585" cy="1155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749300" algn="l"/>
              </a:tabLst>
            </a:pPr>
            <a:r>
              <a:rPr dirty="0" u="sng" sz="550" spc="-10" b="1">
                <a:solidFill>
                  <a:srgbClr val="BCC1CD"/>
                </a:solidFill>
                <a:uFill>
                  <a:solidFill>
                    <a:srgbClr val="BCC1CD"/>
                  </a:solidFill>
                </a:uFill>
                <a:latin typeface="Arial"/>
                <a:cs typeface="Arial"/>
              </a:rPr>
              <a:t>Jtniiii'IOCr1,.,...</a:t>
            </a:r>
            <a:r>
              <a:rPr dirty="0" u="none" sz="550" spc="-10" b="1">
                <a:solidFill>
                  <a:srgbClr val="BCC1CD"/>
                </a:solidFill>
                <a:latin typeface="Arial"/>
                <a:cs typeface="Arial"/>
              </a:rPr>
              <a:t>,</a:t>
            </a:r>
            <a:r>
              <a:rPr dirty="0" u="none" sz="550" b="1">
                <a:solidFill>
                  <a:srgbClr val="BCC1CD"/>
                </a:solidFill>
                <a:latin typeface="Arial"/>
                <a:cs typeface="Arial"/>
              </a:rPr>
              <a:t>	</a:t>
            </a:r>
            <a:r>
              <a:rPr dirty="0" u="none" sz="550" spc="60" b="1">
                <a:solidFill>
                  <a:srgbClr val="A7ACB5"/>
                </a:solidFill>
                <a:latin typeface="Arial"/>
                <a:cs typeface="Arial"/>
              </a:rPr>
              <a:t>';JICl'lfW.li;i=.</a:t>
            </a:r>
            <a:endParaRPr sz="5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723751" y="7393804"/>
            <a:ext cx="195580" cy="588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650" spc="70">
                <a:solidFill>
                  <a:srgbClr val="4F89E9"/>
                </a:solidFill>
                <a:latin typeface="Arial"/>
                <a:cs typeface="Arial"/>
              </a:rPr>
              <a:t>-</a:t>
            </a:r>
            <a:endParaRPr sz="36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566061" y="8039863"/>
            <a:ext cx="581025" cy="154305"/>
          </a:xfrm>
          <a:prstGeom prst="rect">
            <a:avLst/>
          </a:prstGeom>
          <a:solidFill>
            <a:srgbClr val="6491EB"/>
          </a:solidFill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900" spc="10">
                <a:solidFill>
                  <a:srgbClr val="C1E2FB"/>
                </a:solidFill>
                <a:latin typeface="Times New Roman"/>
                <a:cs typeface="Times New Roman"/>
              </a:rPr>
              <a:t>Get</a:t>
            </a:r>
            <a:r>
              <a:rPr dirty="0" sz="900" spc="-55">
                <a:solidFill>
                  <a:srgbClr val="C1E2FB"/>
                </a:solidFill>
                <a:latin typeface="Times New Roman"/>
                <a:cs typeface="Times New Roman"/>
              </a:rPr>
              <a:t> </a:t>
            </a:r>
            <a:r>
              <a:rPr dirty="0" sz="900" spc="40">
                <a:solidFill>
                  <a:srgbClr val="C1E2FB"/>
                </a:solidFill>
                <a:latin typeface="Times New Roman"/>
                <a:cs typeface="Times New Roman"/>
              </a:rPr>
              <a:t>Started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1043981" y="6602368"/>
            <a:ext cx="1573530" cy="751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9235" marR="5080" indent="-198755">
              <a:lnSpc>
                <a:spcPct val="128099"/>
              </a:lnSpc>
              <a:spcBef>
                <a:spcPts val="100"/>
              </a:spcBef>
            </a:pPr>
            <a:r>
              <a:rPr dirty="0" sz="1250">
                <a:solidFill>
                  <a:srgbClr val="212128"/>
                </a:solidFill>
                <a:latin typeface="Arial"/>
                <a:cs typeface="Arial"/>
              </a:rPr>
              <a:t>Start</a:t>
            </a:r>
            <a:r>
              <a:rPr dirty="0" sz="1250" spc="25">
                <a:solidFill>
                  <a:srgbClr val="212128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212128"/>
                </a:solidFill>
                <a:latin typeface="Arial"/>
                <a:cs typeface="Arial"/>
              </a:rPr>
              <a:t>Your</a:t>
            </a:r>
            <a:r>
              <a:rPr dirty="0" sz="1250" spc="40">
                <a:solidFill>
                  <a:srgbClr val="212128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12128"/>
                </a:solidFill>
                <a:latin typeface="Arial"/>
                <a:cs typeface="Arial"/>
              </a:rPr>
              <a:t>Journey</a:t>
            </a:r>
            <a:r>
              <a:rPr dirty="0" sz="1250" spc="80">
                <a:solidFill>
                  <a:srgbClr val="212128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212128"/>
                </a:solidFill>
                <a:latin typeface="Arial"/>
                <a:cs typeface="Arial"/>
              </a:rPr>
              <a:t>to </a:t>
            </a:r>
            <a:r>
              <a:rPr dirty="0" sz="1250" spc="-105">
                <a:solidFill>
                  <a:srgbClr val="212128"/>
                </a:solidFill>
                <a:latin typeface="Arial"/>
                <a:cs typeface="Arial"/>
              </a:rPr>
              <a:t>a</a:t>
            </a:r>
            <a:r>
              <a:rPr dirty="0" sz="1250" spc="120">
                <a:solidFill>
                  <a:srgbClr val="212128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12128"/>
                </a:solidFill>
                <a:latin typeface="Arial"/>
                <a:cs typeface="Arial"/>
              </a:rPr>
              <a:t>Brighter</a:t>
            </a:r>
            <a:r>
              <a:rPr dirty="0" sz="1250" spc="30">
                <a:solidFill>
                  <a:srgbClr val="212128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212128"/>
                </a:solidFill>
                <a:latin typeface="Arial"/>
                <a:cs typeface="Arial"/>
              </a:rPr>
              <a:t>Smile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375285" algn="l"/>
                <a:tab pos="1159510" algn="l"/>
              </a:tabLst>
            </a:pPr>
            <a:r>
              <a:rPr dirty="0" u="sng" sz="600" spc="-25" i="1">
                <a:solidFill>
                  <a:srgbClr val="A7ACB5"/>
                </a:solidFill>
                <a:uFill>
                  <a:solidFill>
                    <a:srgbClr val="A7ACB5"/>
                  </a:solidFill>
                </a:uFill>
                <a:latin typeface="Arial"/>
                <a:cs typeface="Arial"/>
              </a:rPr>
              <a:t>'lo</a:t>
            </a:r>
            <a:r>
              <a:rPr dirty="0" u="none" sz="600" i="1">
                <a:solidFill>
                  <a:srgbClr val="A7ACB5"/>
                </a:solidFill>
                <a:latin typeface="Arial"/>
                <a:cs typeface="Arial"/>
              </a:rPr>
              <a:t>	</a:t>
            </a:r>
            <a:r>
              <a:rPr dirty="0" u="none" sz="650" spc="-50">
                <a:solidFill>
                  <a:srgbClr val="BCC1CD"/>
                </a:solidFill>
                <a:latin typeface="Times New Roman"/>
                <a:cs typeface="Times New Roman"/>
              </a:rPr>
              <a:t>t</a:t>
            </a:r>
            <a:r>
              <a:rPr dirty="0" u="none" sz="650">
                <a:solidFill>
                  <a:srgbClr val="BCC1CD"/>
                </a:solidFill>
                <a:latin typeface="Times New Roman"/>
                <a:cs typeface="Times New Roman"/>
              </a:rPr>
              <a:t>	</a:t>
            </a:r>
            <a:r>
              <a:rPr dirty="0" u="none" sz="650" spc="-50">
                <a:solidFill>
                  <a:srgbClr val="A7ACB5"/>
                </a:solidFill>
                <a:latin typeface="Times New Roman"/>
                <a:cs typeface="Times New Roman"/>
              </a:rPr>
              <a:t>'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965155" y="3466389"/>
            <a:ext cx="755015" cy="34925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750" spc="-10" b="1">
                <a:solidFill>
                  <a:srgbClr val="7E8289"/>
                </a:solidFill>
                <a:latin typeface="Arial"/>
                <a:cs typeface="Arial"/>
              </a:rPr>
              <a:t>Hl,Rahn</a:t>
            </a:r>
            <a:endParaRPr sz="7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315"/>
              </a:spcBef>
            </a:pPr>
            <a:r>
              <a:rPr dirty="0" sz="900" spc="-70" b="1">
                <a:solidFill>
                  <a:srgbClr val="A7ACB5"/>
                </a:solidFill>
                <a:latin typeface="Arial"/>
                <a:cs typeface="Arial"/>
              </a:rPr>
              <a:t>GoodmGnW'IJI</a:t>
            </a:r>
            <a:endParaRPr sz="9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623880" y="5503809"/>
            <a:ext cx="49149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494F5D"/>
                </a:solidFill>
                <a:latin typeface="Arial"/>
                <a:cs typeface="Arial"/>
              </a:rPr>
              <a:t>TapDod.ar</a:t>
            </a:r>
            <a:endParaRPr sz="7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3959178" y="7531617"/>
            <a:ext cx="61594" cy="139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0">
                <a:solidFill>
                  <a:srgbClr val="9A7762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4242991" y="7476491"/>
            <a:ext cx="840105" cy="139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494F5D"/>
                </a:solidFill>
                <a:latin typeface="Arial"/>
                <a:cs typeface="Arial"/>
              </a:rPr>
              <a:t>Or</a:t>
            </a:r>
            <a:r>
              <a:rPr dirty="0" sz="700" spc="-10">
                <a:solidFill>
                  <a:srgbClr val="6B6E77"/>
                </a:solidFill>
                <a:latin typeface="Arial"/>
                <a:cs typeface="Arial"/>
              </a:rPr>
              <a:t>.</a:t>
            </a:r>
            <a:r>
              <a:rPr dirty="0" sz="750" spc="-10">
                <a:solidFill>
                  <a:srgbClr val="494F5D"/>
                </a:solidFill>
                <a:latin typeface="Arial"/>
                <a:cs typeface="Arial"/>
              </a:rPr>
              <a:t>Sophj.,</a:t>
            </a:r>
            <a:r>
              <a:rPr dirty="0" sz="700" spc="-10">
                <a:solidFill>
                  <a:srgbClr val="494F5D"/>
                </a:solidFill>
                <a:latin typeface="Arial"/>
                <a:cs typeface="Arial"/>
              </a:rPr>
              <a:t>Hlltbftll</a:t>
            </a:r>
            <a:endParaRPr sz="7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860730" y="7925365"/>
            <a:ext cx="177800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275">
                <a:solidFill>
                  <a:srgbClr val="7E8289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5631588" y="3523251"/>
            <a:ext cx="17145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280">
                <a:solidFill>
                  <a:srgbClr val="8C909C"/>
                </a:solidFill>
                <a:latin typeface="Arial"/>
                <a:cs typeface="Arial"/>
              </a:rPr>
              <a:t>0</a:t>
            </a:r>
            <a:endParaRPr sz="14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5437967" y="7941116"/>
            <a:ext cx="215900" cy="237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90">
              <a:lnSpc>
                <a:spcPts val="770"/>
              </a:lnSpc>
              <a:spcBef>
                <a:spcPts val="105"/>
              </a:spcBef>
            </a:pPr>
            <a:r>
              <a:rPr dirty="0" sz="800" spc="130">
                <a:solidFill>
                  <a:srgbClr val="6B6E77"/>
                </a:solidFill>
                <a:latin typeface="Times New Roman"/>
                <a:cs typeface="Times New Roman"/>
              </a:rPr>
              <a:t>00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90"/>
              </a:lnSpc>
            </a:pPr>
            <a:r>
              <a:rPr dirty="0" sz="900" spc="175">
                <a:solidFill>
                  <a:srgbClr val="7E8289"/>
                </a:solidFill>
                <a:latin typeface="Courier New"/>
                <a:cs typeface="Courier New"/>
              </a:rPr>
              <a:t>00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672571" y="7783615"/>
            <a:ext cx="42672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>
                <a:solidFill>
                  <a:srgbClr val="A7ACB5"/>
                </a:solidFill>
                <a:latin typeface="Arial"/>
                <a:cs typeface="Arial"/>
              </a:rPr>
              <a:t>7-</a:t>
            </a:r>
            <a:r>
              <a:rPr dirty="0" sz="850" spc="-20">
                <a:solidFill>
                  <a:srgbClr val="A7ACB5"/>
                </a:solidFill>
                <a:latin typeface="Arial"/>
                <a:cs typeface="Arial"/>
              </a:rPr>
              <a:t>00AM</a:t>
            </a:r>
            <a:endParaRPr sz="8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7197100" y="3814627"/>
            <a:ext cx="89725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10">
                <a:solidFill>
                  <a:srgbClr val="212128"/>
                </a:solidFill>
                <a:latin typeface="Arial"/>
                <a:cs typeface="Arial"/>
              </a:rPr>
              <a:t>Appointment</a:t>
            </a:r>
            <a:endParaRPr sz="11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384210" y="4917123"/>
            <a:ext cx="486409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10" b="1">
                <a:solidFill>
                  <a:srgbClr val="494F5D"/>
                </a:solidFill>
                <a:latin typeface="Times New Roman"/>
                <a:cs typeface="Times New Roman"/>
              </a:rPr>
              <a:t>Dr</a:t>
            </a:r>
            <a:r>
              <a:rPr dirty="0" sz="850" spc="-10" b="1">
                <a:solidFill>
                  <a:srgbClr val="6B6E77"/>
                </a:solidFill>
                <a:latin typeface="Times New Roman"/>
                <a:cs typeface="Times New Roman"/>
              </a:rPr>
              <a:t>.</a:t>
            </a:r>
            <a:r>
              <a:rPr dirty="0" sz="800" spc="-10">
                <a:solidFill>
                  <a:srgbClr val="494F5D"/>
                </a:solidFill>
                <a:latin typeface="Times New Roman"/>
                <a:cs typeface="Times New Roman"/>
              </a:rPr>
              <a:t>tlaanor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3854625" y="5621078"/>
            <a:ext cx="255270" cy="1205230"/>
          </a:xfrm>
          <a:prstGeom prst="rect">
            <a:avLst/>
          </a:prstGeom>
        </p:spPr>
        <p:txBody>
          <a:bodyPr wrap="square" lIns="0" tIns="2178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14"/>
              </a:spcBef>
            </a:pPr>
            <a:r>
              <a:rPr dirty="0" sz="2450" spc="-45" i="1">
                <a:solidFill>
                  <a:srgbClr val="9A7762"/>
                </a:solidFill>
                <a:latin typeface="Arial"/>
                <a:cs typeface="Arial"/>
              </a:rPr>
              <a:t>ff</a:t>
            </a:r>
            <a:r>
              <a:rPr dirty="0" baseline="-7168" sz="2325" spc="-67">
                <a:solidFill>
                  <a:srgbClr val="A7ACB5"/>
                </a:solidFill>
                <a:latin typeface="Arial"/>
                <a:cs typeface="Arial"/>
              </a:rPr>
              <a:t>.</a:t>
            </a:r>
            <a:endParaRPr baseline="-7168" sz="2325">
              <a:latin typeface="Arial"/>
              <a:cs typeface="Arial"/>
            </a:endParaRPr>
          </a:p>
          <a:p>
            <a:pPr marL="99060">
              <a:lnSpc>
                <a:spcPct val="100000"/>
              </a:lnSpc>
              <a:spcBef>
                <a:spcPts val="1675"/>
              </a:spcBef>
            </a:pPr>
            <a:r>
              <a:rPr dirty="0" sz="2550" spc="-55">
                <a:solidFill>
                  <a:srgbClr val="7E8289"/>
                </a:solidFill>
                <a:latin typeface="Times New Roman"/>
                <a:cs typeface="Times New Roman"/>
              </a:rPr>
              <a:t>..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4243572" y="5858183"/>
            <a:ext cx="961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85">
                <a:solidFill>
                  <a:srgbClr val="494F5D"/>
                </a:solidFill>
                <a:latin typeface="Arial"/>
                <a:cs typeface="Arial"/>
              </a:rPr>
              <a:t>o,</a:t>
            </a:r>
            <a:r>
              <a:rPr dirty="0" sz="900" spc="85">
                <a:solidFill>
                  <a:srgbClr val="8C909C"/>
                </a:solidFill>
                <a:latin typeface="Arial"/>
                <a:cs typeface="Arial"/>
              </a:rPr>
              <a:t>.</a:t>
            </a:r>
            <a:r>
              <a:rPr dirty="0" sz="900" spc="85">
                <a:solidFill>
                  <a:srgbClr val="494F5D"/>
                </a:solidFill>
                <a:latin typeface="Arial"/>
                <a:cs typeface="Arial"/>
              </a:rPr>
              <a:t>a.-</a:t>
            </a:r>
            <a:r>
              <a:rPr dirty="0" sz="900" spc="60">
                <a:solidFill>
                  <a:srgbClr val="494F5D"/>
                </a:solidFill>
                <a:latin typeface="Arial"/>
                <a:cs typeface="Arial"/>
              </a:rPr>
              <a:t>e,!g!,I...,..</a:t>
            </a:r>
            <a:endParaRPr sz="9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522214" y="5921183"/>
            <a:ext cx="72326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10">
                <a:solidFill>
                  <a:srgbClr val="8C909C"/>
                </a:solidFill>
                <a:latin typeface="Arial"/>
                <a:cs typeface="Arial"/>
              </a:rPr>
              <a:t>Choor.odatc</a:t>
            </a:r>
            <a:endParaRPr sz="9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650240" y="6035370"/>
            <a:ext cx="60325" cy="139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0">
                <a:solidFill>
                  <a:srgbClr val="6B6E77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5649407" y="6066870"/>
            <a:ext cx="6604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50">
                <a:solidFill>
                  <a:srgbClr val="8C909C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4224920" y="6133808"/>
            <a:ext cx="28829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610" b="1">
                <a:solidFill>
                  <a:srgbClr val="494F5D"/>
                </a:solidFill>
                <a:latin typeface="Times New Roman"/>
                <a:cs typeface="Times New Roman"/>
              </a:rPr>
              <a:t>,</a:t>
            </a:r>
            <a:r>
              <a:rPr dirty="0" sz="1050" spc="610" b="1">
                <a:solidFill>
                  <a:srgbClr val="6B6E77"/>
                </a:solidFill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238808" y="6319297"/>
            <a:ext cx="250190" cy="41592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275"/>
              </a:spcBef>
            </a:pPr>
            <a:r>
              <a:rPr dirty="0" sz="750" spc="-25">
                <a:solidFill>
                  <a:srgbClr val="7E8289"/>
                </a:solidFill>
                <a:latin typeface="Arial"/>
                <a:cs typeface="Arial"/>
              </a:rPr>
              <a:t>MOo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400" spc="35">
                <a:latin typeface="Times New Roman"/>
                <a:cs typeface="Times New Roman"/>
              </a:rPr>
              <a:t>1</a:t>
            </a:r>
            <a:r>
              <a:rPr dirty="0" sz="1400" spc="35">
                <a:solidFill>
                  <a:srgbClr val="212128"/>
                </a:solidFill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7852549" y="6316245"/>
            <a:ext cx="241935" cy="4178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325"/>
              </a:spcBef>
            </a:pPr>
            <a:r>
              <a:rPr dirty="0" sz="600" spc="-20">
                <a:solidFill>
                  <a:srgbClr val="7E8289"/>
                </a:solidFill>
                <a:latin typeface="Times New Roman"/>
                <a:cs typeface="Times New Roman"/>
              </a:rPr>
              <a:t>IIIO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400" spc="35">
                <a:solidFill>
                  <a:srgbClr val="212128"/>
                </a:solidFill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8406323" y="5980245"/>
            <a:ext cx="21590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-50">
                <a:solidFill>
                  <a:srgbClr val="7E8289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8410995" y="6496056"/>
            <a:ext cx="24193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35">
                <a:solidFill>
                  <a:srgbClr val="212128"/>
                </a:solidFill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4240367" y="6685057"/>
            <a:ext cx="93662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>
                <a:solidFill>
                  <a:srgbClr val="494F5D"/>
                </a:solidFill>
                <a:latin typeface="Arial"/>
                <a:cs typeface="Arial"/>
              </a:rPr>
              <a:t>Dr</a:t>
            </a:r>
            <a:r>
              <a:rPr dirty="0" sz="700">
                <a:solidFill>
                  <a:srgbClr val="7E8289"/>
                </a:solidFill>
                <a:latin typeface="Arial"/>
                <a:cs typeface="Arial"/>
              </a:rPr>
              <a:t>.</a:t>
            </a:r>
            <a:r>
              <a:rPr dirty="0" sz="700">
                <a:solidFill>
                  <a:srgbClr val="494F5D"/>
                </a:solidFill>
                <a:latin typeface="Arial"/>
                <a:cs typeface="Arial"/>
              </a:rPr>
              <a:t>Marcus</a:t>
            </a:r>
            <a:r>
              <a:rPr dirty="0" sz="700" spc="229">
                <a:solidFill>
                  <a:srgbClr val="494F5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94F5D"/>
                </a:solidFill>
                <a:latin typeface="Arial"/>
                <a:cs typeface="Arial"/>
              </a:rPr>
              <a:t>Whllolloid</a:t>
            </a:r>
            <a:endParaRPr sz="7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3700157" y="6803180"/>
            <a:ext cx="570230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</a:tabLst>
            </a:pPr>
            <a:r>
              <a:rPr dirty="0" sz="2450" spc="-25">
                <a:solidFill>
                  <a:srgbClr val="A7ACB5"/>
                </a:solidFill>
                <a:latin typeface="Arial"/>
                <a:cs typeface="Arial"/>
              </a:rPr>
              <a:t>r.</a:t>
            </a:r>
            <a:r>
              <a:rPr dirty="0" u="sng" sz="2450">
                <a:solidFill>
                  <a:srgbClr val="A7ACB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5650052" y="6665368"/>
            <a:ext cx="4635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50" spc="-385">
                <a:solidFill>
                  <a:srgbClr val="7E8289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5126661" y="6787431"/>
            <a:ext cx="81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A7ACB5"/>
                </a:solidFill>
                <a:latin typeface="Arial"/>
                <a:cs typeface="Arial"/>
              </a:rPr>
              <a:t>,,</a:t>
            </a:r>
            <a:endParaRPr sz="9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3916375" y="6712618"/>
            <a:ext cx="210820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44444" sz="1500" spc="-292">
                <a:solidFill>
                  <a:srgbClr val="744F3A"/>
                </a:solidFill>
                <a:latin typeface="Arial"/>
                <a:cs typeface="Arial"/>
              </a:rPr>
              <a:t>•</a:t>
            </a:r>
            <a:r>
              <a:rPr dirty="0" sz="1900" spc="-195">
                <a:solidFill>
                  <a:srgbClr val="625750"/>
                </a:solidFill>
                <a:latin typeface="Times New Roman"/>
                <a:cs typeface="Times New Roman"/>
              </a:rPr>
              <a:t>.,,,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5662107" y="6822868"/>
            <a:ext cx="3429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850" spc="-80">
                <a:solidFill>
                  <a:srgbClr val="6B6E77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5649407" y="6877992"/>
            <a:ext cx="4635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85">
                <a:solidFill>
                  <a:srgbClr val="8C909C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4570868" y="7005078"/>
            <a:ext cx="39370" cy="127635"/>
          </a:xfrm>
          <a:custGeom>
            <a:avLst/>
            <a:gdLst/>
            <a:ahLst/>
            <a:cxnLst/>
            <a:rect l="l" t="t" r="r" b="b"/>
            <a:pathLst>
              <a:path w="39369" h="127634">
                <a:moveTo>
                  <a:pt x="39327" y="127214"/>
                </a:moveTo>
                <a:lnTo>
                  <a:pt x="0" y="127214"/>
                </a:lnTo>
                <a:lnTo>
                  <a:pt x="0" y="0"/>
                </a:lnTo>
                <a:lnTo>
                  <a:pt x="39327" y="0"/>
                </a:lnTo>
                <a:lnTo>
                  <a:pt x="39327" y="127214"/>
                </a:lnTo>
                <a:close/>
              </a:path>
            </a:pathLst>
          </a:custGeom>
          <a:solidFill>
            <a:srgbClr val="DADF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14348074" y="6996117"/>
            <a:ext cx="668020" cy="139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>
                <a:solidFill>
                  <a:srgbClr val="494F5D"/>
                </a:solidFill>
                <a:latin typeface="Times New Roman"/>
                <a:cs typeface="Times New Roman"/>
              </a:rPr>
              <a:t>4.</a:t>
            </a:r>
            <a:r>
              <a:rPr dirty="0" sz="750">
                <a:solidFill>
                  <a:srgbClr val="6B6E77"/>
                </a:solidFill>
                <a:latin typeface="Times New Roman"/>
                <a:cs typeface="Times New Roman"/>
              </a:rPr>
              <a:t>6</a:t>
            </a:r>
            <a:r>
              <a:rPr dirty="0" sz="750" spc="165">
                <a:solidFill>
                  <a:srgbClr val="6B6E77"/>
                </a:solidFill>
                <a:latin typeface="Times New Roman"/>
                <a:cs typeface="Times New Roman"/>
              </a:rPr>
              <a:t>  </a:t>
            </a:r>
            <a:r>
              <a:rPr dirty="0" sz="750">
                <a:solidFill>
                  <a:srgbClr val="A7ACB5"/>
                </a:solidFill>
                <a:latin typeface="Times New Roman"/>
                <a:cs typeface="Times New Roman"/>
              </a:rPr>
              <a:t>'•</a:t>
            </a:r>
            <a:r>
              <a:rPr dirty="0" sz="750" spc="375">
                <a:solidFill>
                  <a:srgbClr val="A7ACB5"/>
                </a:solidFill>
                <a:latin typeface="Times New Roman"/>
                <a:cs typeface="Times New Roman"/>
              </a:rPr>
              <a:t> </a:t>
            </a:r>
            <a:r>
              <a:rPr dirty="0" u="sng" sz="750" spc="105">
                <a:solidFill>
                  <a:srgbClr val="BCC1CD"/>
                </a:solidFill>
                <a:uFill>
                  <a:solidFill>
                    <a:srgbClr val="BCC1CD"/>
                  </a:solidFill>
                </a:uFill>
                <a:latin typeface="Times New Roman"/>
                <a:cs typeface="Times New Roman"/>
              </a:rPr>
              <a:t>.......</a:t>
            </a:r>
            <a:r>
              <a:rPr dirty="0" u="none" sz="750" spc="105">
                <a:solidFill>
                  <a:srgbClr val="BCC1CD"/>
                </a:solidFill>
                <a:latin typeface="Times New Roman"/>
                <a:cs typeface="Times New Roman"/>
              </a:rPr>
              <a:t>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6514347" y="7031555"/>
            <a:ext cx="71501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10">
                <a:solidFill>
                  <a:srgbClr val="8C909C"/>
                </a:solidFill>
                <a:latin typeface="Arial"/>
                <a:cs typeface="Arial"/>
              </a:rPr>
              <a:t>Cnoosetlme</a:t>
            </a:r>
            <a:endParaRPr sz="9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7435523" y="7397742"/>
            <a:ext cx="43751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95">
                <a:solidFill>
                  <a:srgbClr val="A7ACB5"/>
                </a:solidFill>
                <a:latin typeface="Arial"/>
                <a:cs typeface="Arial"/>
              </a:rPr>
              <a:t>700AM</a:t>
            </a:r>
            <a:endParaRPr sz="8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7443391" y="7783615"/>
            <a:ext cx="42672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80">
                <a:solidFill>
                  <a:srgbClr val="A7ACB5"/>
                </a:solidFill>
                <a:latin typeface="Arial"/>
                <a:cs typeface="Arial"/>
              </a:rPr>
              <a:t>700AM</a:t>
            </a:r>
            <a:endParaRPr sz="8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8252699" y="3035004"/>
            <a:ext cx="49530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50" spc="-204">
                <a:solidFill>
                  <a:srgbClr val="494F5D"/>
                </a:solidFill>
                <a:latin typeface="Times New Roman"/>
                <a:cs typeface="Times New Roman"/>
              </a:rPr>
              <a:t>.</a:t>
            </a:r>
            <a:r>
              <a:rPr dirty="0" sz="3250" spc="-204">
                <a:latin typeface="Times New Roman"/>
                <a:cs typeface="Times New Roman"/>
              </a:rPr>
              <a:t>.</a:t>
            </a:r>
            <a:r>
              <a:rPr dirty="0" sz="3250" spc="-204">
                <a:solidFill>
                  <a:srgbClr val="212128"/>
                </a:solidFill>
                <a:latin typeface="Times New Roman"/>
                <a:cs typeface="Times New Roman"/>
              </a:rPr>
              <a:t>..</a:t>
            </a:r>
            <a:r>
              <a:rPr dirty="0" sz="4450" spc="-204"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8206333" y="7783615"/>
            <a:ext cx="42672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80">
                <a:solidFill>
                  <a:srgbClr val="A7ACB5"/>
                </a:solidFill>
                <a:latin typeface="Arial"/>
                <a:cs typeface="Arial"/>
              </a:rPr>
              <a:t>700AM</a:t>
            </a:r>
            <a:endParaRPr sz="85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7128897" y="8287772"/>
            <a:ext cx="1047750" cy="159385"/>
          </a:xfrm>
          <a:custGeom>
            <a:avLst/>
            <a:gdLst/>
            <a:ahLst/>
            <a:cxnLst/>
            <a:rect l="l" t="t" r="r" b="b"/>
            <a:pathLst>
              <a:path w="1047750" h="159384">
                <a:moveTo>
                  <a:pt x="243827" y="0"/>
                </a:moveTo>
                <a:lnTo>
                  <a:pt x="0" y="0"/>
                </a:lnTo>
                <a:lnTo>
                  <a:pt x="0" y="159016"/>
                </a:lnTo>
                <a:lnTo>
                  <a:pt x="243827" y="159016"/>
                </a:lnTo>
                <a:lnTo>
                  <a:pt x="243827" y="0"/>
                </a:lnTo>
                <a:close/>
              </a:path>
              <a:path w="1047750" h="159384">
                <a:moveTo>
                  <a:pt x="1047292" y="16370"/>
                </a:moveTo>
                <a:lnTo>
                  <a:pt x="257568" y="16370"/>
                </a:lnTo>
                <a:lnTo>
                  <a:pt x="257568" y="154190"/>
                </a:lnTo>
                <a:lnTo>
                  <a:pt x="1047292" y="154190"/>
                </a:lnTo>
                <a:lnTo>
                  <a:pt x="1047292" y="16370"/>
                </a:lnTo>
                <a:close/>
              </a:path>
            </a:pathLst>
          </a:custGeom>
          <a:solidFill>
            <a:srgbClr val="649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17116212" y="8279739"/>
            <a:ext cx="107505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20">
                <a:solidFill>
                  <a:srgbClr val="C1E2FB"/>
                </a:solidFill>
                <a:latin typeface="Times New Roman"/>
                <a:cs typeface="Times New Roman"/>
              </a:rPr>
              <a:t>Book</a:t>
            </a:r>
            <a:r>
              <a:rPr dirty="0" sz="800" spc="-20">
                <a:solidFill>
                  <a:srgbClr val="C1E2FB"/>
                </a:solidFill>
                <a:latin typeface="Times New Roman"/>
                <a:cs typeface="Times New Roman"/>
              </a:rPr>
              <a:t>11n</a:t>
            </a:r>
            <a:r>
              <a:rPr dirty="0" sz="800" spc="5">
                <a:solidFill>
                  <a:srgbClr val="C1E2FB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C1E2FB"/>
                </a:solidFill>
                <a:latin typeface="Times New Roman"/>
                <a:cs typeface="Times New Roman"/>
              </a:rPr>
              <a:t>A,lpotnlmcnl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72961" y="9642110"/>
            <a:ext cx="2619375" cy="37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0" b="1">
                <a:solidFill>
                  <a:srgbClr val="494F5D"/>
                </a:solidFill>
                <a:latin typeface="Arial"/>
                <a:cs typeface="Arial"/>
              </a:rPr>
              <a:t>Dashboard</a:t>
            </a:r>
            <a:r>
              <a:rPr dirty="0" sz="2150" spc="-25" b="1">
                <a:solidFill>
                  <a:srgbClr val="494F5D"/>
                </a:solidFill>
                <a:latin typeface="Arial"/>
                <a:cs typeface="Arial"/>
              </a:rPr>
              <a:t> </a:t>
            </a:r>
            <a:r>
              <a:rPr dirty="0" sz="2300" spc="100" b="1">
                <a:solidFill>
                  <a:srgbClr val="494F5D"/>
                </a:solidFill>
                <a:latin typeface="Times New Roman"/>
                <a:cs typeface="Times New Roman"/>
              </a:rPr>
              <a:t>y</a:t>
            </a:r>
            <a:r>
              <a:rPr dirty="0" sz="2300" spc="-285" b="1">
                <a:solidFill>
                  <a:srgbClr val="494F5D"/>
                </a:solidFill>
                <a:latin typeface="Times New Roman"/>
                <a:cs typeface="Times New Roman"/>
              </a:rPr>
              <a:t> </a:t>
            </a:r>
            <a:r>
              <a:rPr dirty="0" sz="2150" spc="-10" b="1">
                <a:solidFill>
                  <a:srgbClr val="494F5D"/>
                </a:solidFill>
                <a:latin typeface="Arial"/>
                <a:cs typeface="Arial"/>
              </a:rPr>
              <a:t>Gesti6n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3279887" y="9657860"/>
            <a:ext cx="2937510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55" b="1">
                <a:solidFill>
                  <a:srgbClr val="494F5D"/>
                </a:solidFill>
                <a:latin typeface="Arial"/>
                <a:cs typeface="Arial"/>
              </a:rPr>
              <a:t>Agendamiento</a:t>
            </a:r>
            <a:r>
              <a:rPr dirty="0" sz="2150" spc="-60" b="1">
                <a:solidFill>
                  <a:srgbClr val="494F5D"/>
                </a:solidFill>
                <a:latin typeface="Arial"/>
                <a:cs typeface="Arial"/>
              </a:rPr>
              <a:t> </a:t>
            </a:r>
            <a:r>
              <a:rPr dirty="0" sz="2150" spc="-35" b="1">
                <a:solidFill>
                  <a:srgbClr val="494F5D"/>
                </a:solidFill>
                <a:latin typeface="Arial"/>
                <a:cs typeface="Arial"/>
              </a:rPr>
              <a:t>de</a:t>
            </a:r>
            <a:r>
              <a:rPr dirty="0" sz="2150" spc="-295" b="1">
                <a:solidFill>
                  <a:srgbClr val="494F5D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494F5D"/>
                </a:solidFill>
                <a:latin typeface="Arial"/>
                <a:cs typeface="Arial"/>
              </a:rPr>
              <a:t>Citas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0352" y="4457324"/>
            <a:ext cx="440464" cy="488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3740" y="4095076"/>
            <a:ext cx="424733" cy="645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01394" y="4095076"/>
            <a:ext cx="440464" cy="645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20520" y="4079326"/>
            <a:ext cx="1116891" cy="677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00332" y="4095076"/>
            <a:ext cx="1101161" cy="661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64415" y="4079326"/>
            <a:ext cx="2060744" cy="6772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224168" y="4035126"/>
            <a:ext cx="173990" cy="545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400" spc="-50">
                <a:solidFill>
                  <a:srgbClr val="032A4F"/>
                </a:solidFill>
                <a:latin typeface="Arial"/>
                <a:cs typeface="Arial"/>
              </a:rPr>
              <a:t>•</a:t>
            </a:r>
            <a:endParaRPr sz="3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22108" y="4397374"/>
            <a:ext cx="189230" cy="545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400" spc="45">
                <a:solidFill>
                  <a:srgbClr val="032A4F"/>
                </a:solidFill>
                <a:latin typeface="Arial"/>
                <a:cs typeface="Arial"/>
              </a:rPr>
              <a:t>•</a:t>
            </a:r>
            <a:endParaRPr sz="3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85362" y="5358122"/>
            <a:ext cx="4149725" cy="22504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90"/>
              </a:spcBef>
            </a:pPr>
            <a:r>
              <a:rPr dirty="0" sz="2800">
                <a:solidFill>
                  <a:srgbClr val="667083"/>
                </a:solidFill>
                <a:latin typeface="Arial"/>
                <a:cs typeface="Arial"/>
              </a:rPr>
              <a:t>Gracias</a:t>
            </a:r>
            <a:r>
              <a:rPr dirty="0" sz="2800" spc="-45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667083"/>
                </a:solidFill>
                <a:latin typeface="Arial"/>
                <a:cs typeface="Arial"/>
              </a:rPr>
              <a:t>por</a:t>
            </a:r>
            <a:r>
              <a:rPr dirty="0" sz="2800" spc="10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dirty="0" sz="2800" spc="-55">
                <a:solidFill>
                  <a:srgbClr val="667083"/>
                </a:solidFill>
                <a:latin typeface="Arial"/>
                <a:cs typeface="Arial"/>
              </a:rPr>
              <a:t>su</a:t>
            </a:r>
            <a:r>
              <a:rPr dirty="0" sz="2800" spc="-145">
                <a:solidFill>
                  <a:srgbClr val="66708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667083"/>
                </a:solidFill>
                <a:latin typeface="Arial"/>
                <a:cs typeface="Arial"/>
              </a:rPr>
              <a:t>atenci6n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800">
              <a:latin typeface="Arial"/>
              <a:cs typeface="Arial"/>
            </a:endParaRPr>
          </a:p>
          <a:p>
            <a:pPr algn="ctr" marL="12700" marR="5080">
              <a:lnSpc>
                <a:spcPct val="196700"/>
              </a:lnSpc>
            </a:pPr>
            <a:r>
              <a:rPr dirty="0" sz="2000" b="1">
                <a:solidFill>
                  <a:srgbClr val="4D5666"/>
                </a:solidFill>
                <a:latin typeface="Arial"/>
                <a:cs typeface="Arial"/>
              </a:rPr>
              <a:t>SmarthTooth</a:t>
            </a:r>
            <a:r>
              <a:rPr dirty="0" sz="2000" spc="170" b="1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D5666"/>
                </a:solidFill>
                <a:latin typeface="Arial"/>
                <a:cs typeface="Arial"/>
              </a:rPr>
              <a:t>Project</a:t>
            </a:r>
            <a:r>
              <a:rPr dirty="0" sz="2000" spc="-35" b="1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dirty="0" sz="2100" spc="-210">
                <a:solidFill>
                  <a:srgbClr val="42567C"/>
                </a:solidFill>
                <a:latin typeface="Arial"/>
                <a:cs typeface="Arial"/>
              </a:rPr>
              <a:t>11ST</a:t>
            </a:r>
            <a:r>
              <a:rPr dirty="0" sz="2100" spc="270">
                <a:solidFill>
                  <a:srgbClr val="42567C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4D5666"/>
                </a:solidFill>
                <a:latin typeface="Arial"/>
                <a:cs typeface="Arial"/>
              </a:rPr>
              <a:t>Yavirac </a:t>
            </a:r>
            <a:r>
              <a:rPr dirty="0" sz="2100">
                <a:solidFill>
                  <a:srgbClr val="4D5666"/>
                </a:solidFill>
                <a:latin typeface="Arial"/>
                <a:cs typeface="Arial"/>
              </a:rPr>
              <a:t>Quito</a:t>
            </a:r>
            <a:r>
              <a:rPr dirty="0" sz="2100" spc="8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D5666"/>
                </a:solidFill>
                <a:latin typeface="Arial"/>
                <a:cs typeface="Arial"/>
              </a:rPr>
              <a:t>-</a:t>
            </a:r>
            <a:r>
              <a:rPr dirty="0" sz="2100" spc="105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4D5666"/>
                </a:solidFill>
                <a:latin typeface="Arial"/>
                <a:cs typeface="Arial"/>
              </a:rPr>
              <a:t>Ecuador</a:t>
            </a:r>
            <a:r>
              <a:rPr dirty="0" sz="2100" spc="-10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dirty="0" sz="2600" spc="-30">
                <a:solidFill>
                  <a:srgbClr val="4D5666"/>
                </a:solidFill>
                <a:latin typeface="Arial"/>
                <a:cs typeface="Arial"/>
              </a:rPr>
              <a:t>I</a:t>
            </a:r>
            <a:r>
              <a:rPr dirty="0" sz="2600" spc="-325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dirty="0" sz="2100" spc="-75">
                <a:solidFill>
                  <a:srgbClr val="4D5666"/>
                </a:solidFill>
                <a:latin typeface="Arial"/>
                <a:cs typeface="Arial"/>
              </a:rPr>
              <a:t>Julio</a:t>
            </a:r>
            <a:r>
              <a:rPr dirty="0" sz="2100" spc="15">
                <a:solidFill>
                  <a:srgbClr val="4D5666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4D5666"/>
                </a:solidFill>
                <a:latin typeface="Arial"/>
                <a:cs typeface="Arial"/>
              </a:rPr>
              <a:t>2026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506" y="3165830"/>
            <a:ext cx="1242738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6939" y="1181335"/>
            <a:ext cx="346079" cy="519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1717" y="4473075"/>
            <a:ext cx="1423643" cy="8189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9582" y="6032320"/>
            <a:ext cx="1274200" cy="598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1044" y="7386817"/>
            <a:ext cx="1337123" cy="803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3852" y="8694063"/>
            <a:ext cx="755081" cy="8032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61857" y="8946063"/>
            <a:ext cx="613503" cy="5512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51717" y="4504572"/>
            <a:ext cx="0" cy="693420"/>
          </a:xfrm>
          <a:custGeom>
            <a:avLst/>
            <a:gdLst/>
            <a:ahLst/>
            <a:cxnLst/>
            <a:rect l="l" t="t" r="r" b="b"/>
            <a:pathLst>
              <a:path w="0" h="693420">
                <a:moveTo>
                  <a:pt x="0" y="6929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85452" y="8694062"/>
            <a:ext cx="0" cy="252095"/>
          </a:xfrm>
          <a:custGeom>
            <a:avLst/>
            <a:gdLst/>
            <a:ahLst/>
            <a:cxnLst/>
            <a:rect l="l" t="t" r="r" b="b"/>
            <a:pathLst>
              <a:path w="0" h="252095">
                <a:moveTo>
                  <a:pt x="0" y="2519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47239" y="3693449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271" y="0"/>
                </a:lnTo>
              </a:path>
            </a:pathLst>
          </a:custGeom>
          <a:ln w="472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3851" y="4221073"/>
            <a:ext cx="18247995" cy="0"/>
          </a:xfrm>
          <a:custGeom>
            <a:avLst/>
            <a:gdLst/>
            <a:ahLst/>
            <a:cxnLst/>
            <a:rect l="l" t="t" r="r" b="b"/>
            <a:pathLst>
              <a:path w="18247995" h="0">
                <a:moveTo>
                  <a:pt x="0" y="0"/>
                </a:moveTo>
                <a:lnTo>
                  <a:pt x="18247800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8120" y="5512570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 h="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28120" y="7150565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 h="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28120" y="8442063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 h="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558290" algn="l"/>
              </a:tabLst>
            </a:pPr>
            <a:r>
              <a:rPr dirty="0" spc="125"/>
              <a:t>Ima</a:t>
            </a:r>
            <a:r>
              <a:rPr dirty="0"/>
              <a:t>	</a:t>
            </a:r>
            <a:r>
              <a:rPr dirty="0" spc="120"/>
              <a:t>e</a:t>
            </a:r>
            <a:r>
              <a:rPr dirty="0" spc="475"/>
              <a:t> </a:t>
            </a:r>
            <a:r>
              <a:rPr dirty="0" spc="-10"/>
              <a:t>Sources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1418" y="3708314"/>
            <a:ext cx="1280795" cy="3022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890"/>
              </a:lnSpc>
              <a:spcBef>
                <a:spcPts val="135"/>
              </a:spcBef>
            </a:pPr>
            <a:r>
              <a:rPr dirty="0" sz="800" spc="20">
                <a:solidFill>
                  <a:srgbClr val="595D6B"/>
                </a:solidFill>
                <a:latin typeface="Arial"/>
                <a:cs typeface="Arial"/>
              </a:rPr>
              <a:t>EDUCACIO</a:t>
            </a:r>
            <a:r>
              <a:rPr dirty="0" sz="800" spc="20">
                <a:solidFill>
                  <a:srgbClr val="344477"/>
                </a:solidFill>
                <a:latin typeface="Arial"/>
                <a:cs typeface="Arial"/>
              </a:rPr>
              <a:t>N</a:t>
            </a:r>
            <a:r>
              <a:rPr dirty="0" sz="800" spc="185">
                <a:solidFill>
                  <a:srgbClr val="34447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D6B"/>
                </a:solidFill>
                <a:latin typeface="Arial"/>
                <a:cs typeface="Arial"/>
              </a:rPr>
              <a:t>SUPER</a:t>
            </a:r>
            <a:r>
              <a:rPr dirty="0" sz="800" spc="-10">
                <a:solidFill>
                  <a:srgbClr val="344477"/>
                </a:solidFill>
                <a:latin typeface="Arial"/>
                <a:cs typeface="Arial"/>
              </a:rPr>
              <a:t>I</a:t>
            </a:r>
            <a:r>
              <a:rPr dirty="0" sz="800" spc="-10">
                <a:solidFill>
                  <a:srgbClr val="595D6B"/>
                </a:solidFill>
                <a:latin typeface="Arial"/>
                <a:cs typeface="Arial"/>
              </a:rPr>
              <a:t>O</a:t>
            </a:r>
            <a:r>
              <a:rPr dirty="0" sz="800" spc="-10">
                <a:solidFill>
                  <a:srgbClr val="344477"/>
                </a:solidFill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  <a:p>
            <a:pPr marL="28575">
              <a:lnSpc>
                <a:spcPts val="1250"/>
              </a:lnSpc>
              <a:tabLst>
                <a:tab pos="894080" algn="l"/>
              </a:tabLst>
            </a:pPr>
            <a:r>
              <a:rPr dirty="0" sz="1050" spc="320" b="1">
                <a:solidFill>
                  <a:srgbClr val="344477"/>
                </a:solidFill>
                <a:latin typeface="Arial"/>
                <a:cs typeface="Arial"/>
              </a:rPr>
              <a:t>VA'\</a:t>
            </a:r>
            <a:r>
              <a:rPr dirty="0" sz="1050" spc="320" b="1">
                <a:solidFill>
                  <a:srgbClr val="595D6B"/>
                </a:solidFill>
                <a:latin typeface="Arial"/>
                <a:cs typeface="Arial"/>
              </a:rPr>
              <a:t>/</a:t>
            </a:r>
            <a:r>
              <a:rPr dirty="0" sz="1050" spc="320" b="1">
                <a:solidFill>
                  <a:srgbClr val="344477"/>
                </a:solidFill>
                <a:latin typeface="Arial"/>
                <a:cs typeface="Arial"/>
              </a:rPr>
              <a:t>ID</a:t>
            </a:r>
            <a:r>
              <a:rPr dirty="0" sz="1050" b="1">
                <a:solidFill>
                  <a:srgbClr val="344477"/>
                </a:solidFill>
                <a:latin typeface="Arial"/>
                <a:cs typeface="Arial"/>
              </a:rPr>
              <a:t>	A</a:t>
            </a:r>
            <a:r>
              <a:rPr dirty="0" sz="1050" spc="45" b="1">
                <a:solidFill>
                  <a:srgbClr val="344477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344477"/>
                </a:solidFill>
                <a:latin typeface="Arial"/>
                <a:cs typeface="Arial"/>
              </a:rPr>
              <a:t>£'I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5608" y="3208254"/>
            <a:ext cx="745490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5">
                <a:solidFill>
                  <a:srgbClr val="595D6B"/>
                </a:solidFill>
                <a:latin typeface="Arial"/>
                <a:cs typeface="Arial"/>
                <a:hlinkClick r:id="rId9"/>
              </a:rPr>
              <a:t>https://yavirac.edu.ec/wp-</a:t>
            </a:r>
            <a:r>
              <a:rPr dirty="0" sz="1450" spc="80">
                <a:solidFill>
                  <a:srgbClr val="595D6B"/>
                </a:solidFill>
                <a:latin typeface="Arial"/>
                <a:cs typeface="Arial"/>
                <a:hlinkClick r:id="rId9"/>
              </a:rPr>
              <a:t>content/uploads/2026/01/logo-Yavirac-</a:t>
            </a:r>
            <a:r>
              <a:rPr dirty="0" sz="1450" spc="70">
                <a:solidFill>
                  <a:srgbClr val="595D6B"/>
                </a:solidFill>
                <a:latin typeface="Arial"/>
                <a:cs typeface="Arial"/>
                <a:hlinkClick r:id="rId9"/>
              </a:rPr>
              <a:t>actualizado.png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39258" y="3602002"/>
            <a:ext cx="241236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50" b="1">
                <a:solidFill>
                  <a:srgbClr val="595D6B"/>
                </a:solidFill>
                <a:latin typeface="Arial"/>
                <a:cs typeface="Arial"/>
              </a:rPr>
              <a:t>Source:</a:t>
            </a:r>
            <a:r>
              <a:rPr dirty="0" sz="1950" spc="-100" b="1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950" spc="-95" b="1">
                <a:solidFill>
                  <a:srgbClr val="594FC8"/>
                </a:solidFill>
                <a:latin typeface="Arial"/>
                <a:cs typeface="Arial"/>
              </a:rPr>
              <a:t>yavirac.edu</a:t>
            </a:r>
            <a:r>
              <a:rPr dirty="0" sz="1950" spc="-95" b="1">
                <a:solidFill>
                  <a:srgbClr val="4B429A"/>
                </a:solidFill>
                <a:latin typeface="Arial"/>
                <a:cs typeface="Arial"/>
              </a:rPr>
              <a:t>.</a:t>
            </a:r>
            <a:r>
              <a:rPr dirty="0" sz="1950" spc="-95" b="1">
                <a:solidFill>
                  <a:srgbClr val="594FC8"/>
                </a:solidFill>
                <a:latin typeface="Arial"/>
                <a:cs typeface="Arial"/>
              </a:rPr>
              <a:t>ec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2961" y="4657249"/>
            <a:ext cx="56197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2410" algn="l"/>
              </a:tabLst>
            </a:pPr>
            <a:r>
              <a:rPr dirty="0" u="heavy" sz="1200">
                <a:solidFill>
                  <a:srgbClr val="595D6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•</a:t>
            </a:r>
            <a:r>
              <a:rPr dirty="0" u="heavy" sz="1200" spc="95">
                <a:solidFill>
                  <a:srgbClr val="595D6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4450" spc="-685">
                <a:solidFill>
                  <a:srgbClr val="595D6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4450" spc="-735">
                <a:solidFill>
                  <a:srgbClr val="595D6B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35608" y="4499748"/>
            <a:ext cx="1403540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0">
                <a:solidFill>
                  <a:srgbClr val="595D6B"/>
                </a:solidFill>
                <a:latin typeface="Arial"/>
                <a:cs typeface="Arial"/>
                <a:hlinkClick r:id="rId10"/>
              </a:rPr>
              <a:t>https</a:t>
            </a:r>
            <a:r>
              <a:rPr dirty="0" sz="1450" spc="70">
                <a:solidFill>
                  <a:srgbClr val="3F4248"/>
                </a:solidFill>
                <a:latin typeface="Arial"/>
                <a:cs typeface="Arial"/>
                <a:hlinkClick r:id="rId10"/>
              </a:rPr>
              <a:t>:</a:t>
            </a:r>
            <a:r>
              <a:rPr dirty="0" sz="1450" spc="70">
                <a:solidFill>
                  <a:srgbClr val="6B6E77"/>
                </a:solidFill>
                <a:latin typeface="Arial"/>
                <a:cs typeface="Arial"/>
                <a:hlinkClick r:id="rId10"/>
              </a:rPr>
              <a:t>//static.vecteezy.com/system/resources/previews/0</a:t>
            </a:r>
            <a:r>
              <a:rPr dirty="0" sz="1450" spc="-90">
                <a:solidFill>
                  <a:srgbClr val="6B6E77"/>
                </a:solidFill>
                <a:latin typeface="Arial"/>
                <a:cs typeface="Arial"/>
                <a:hlinkClick r:id="rId10"/>
              </a:rPr>
              <a:t> </a:t>
            </a:r>
            <a:r>
              <a:rPr dirty="0" sz="1450" spc="165">
                <a:solidFill>
                  <a:srgbClr val="595D6B"/>
                </a:solidFill>
                <a:latin typeface="Arial"/>
                <a:cs typeface="Arial"/>
              </a:rPr>
              <a:t>71/977</a:t>
            </a:r>
            <a:r>
              <a:rPr dirty="0" sz="1450" spc="165">
                <a:solidFill>
                  <a:srgbClr val="6B6E77"/>
                </a:solidFill>
                <a:latin typeface="Arial"/>
                <a:cs typeface="Arial"/>
              </a:rPr>
              <a:t>/9</a:t>
            </a:r>
            <a:r>
              <a:rPr dirty="0" sz="1450" spc="-190">
                <a:solidFill>
                  <a:srgbClr val="6B6E77"/>
                </a:solidFill>
                <a:latin typeface="Arial"/>
                <a:cs typeface="Arial"/>
              </a:rPr>
              <a:t> </a:t>
            </a:r>
            <a:r>
              <a:rPr dirty="0" sz="1450" spc="85">
                <a:solidFill>
                  <a:srgbClr val="595D6B"/>
                </a:solidFill>
                <a:latin typeface="Arial"/>
                <a:cs typeface="Arial"/>
              </a:rPr>
              <a:t>76/large_2x/modern-</a:t>
            </a:r>
            <a:r>
              <a:rPr dirty="0" sz="1450" spc="60">
                <a:solidFill>
                  <a:srgbClr val="595D6B"/>
                </a:solidFill>
                <a:latin typeface="Arial"/>
                <a:cs typeface="Arial"/>
              </a:rPr>
              <a:t>denta1-</a:t>
            </a:r>
            <a:r>
              <a:rPr dirty="0" sz="1450" spc="55">
                <a:solidFill>
                  <a:srgbClr val="595D6B"/>
                </a:solidFill>
                <a:latin typeface="Arial"/>
                <a:cs typeface="Arial"/>
              </a:rPr>
              <a:t>office-</a:t>
            </a:r>
            <a:r>
              <a:rPr dirty="0" sz="1450" spc="60">
                <a:solidFill>
                  <a:srgbClr val="595D6B"/>
                </a:solidFill>
                <a:latin typeface="Arial"/>
                <a:cs typeface="Arial"/>
              </a:rPr>
              <a:t>with-advaneed-</a:t>
            </a:r>
            <a:r>
              <a:rPr dirty="0" sz="1450" spc="70">
                <a:solidFill>
                  <a:srgbClr val="595D6B"/>
                </a:solidFill>
                <a:latin typeface="Arial"/>
                <a:cs typeface="Arial"/>
              </a:rPr>
              <a:t>equipment-</a:t>
            </a:r>
            <a:r>
              <a:rPr dirty="0" sz="1450" spc="60">
                <a:solidFill>
                  <a:srgbClr val="595D6B"/>
                </a:solidFill>
                <a:latin typeface="Arial"/>
                <a:cs typeface="Arial"/>
              </a:rPr>
              <a:t>and-</a:t>
            </a:r>
            <a:r>
              <a:rPr dirty="0" sz="1450" spc="75">
                <a:solidFill>
                  <a:srgbClr val="595D6B"/>
                </a:solidFill>
                <a:latin typeface="Arial"/>
                <a:cs typeface="Arial"/>
              </a:rPr>
              <a:t>technology-</a:t>
            </a:r>
            <a:r>
              <a:rPr dirty="0" sz="1450" spc="65">
                <a:solidFill>
                  <a:srgbClr val="595D6B"/>
                </a:solidFill>
                <a:latin typeface="Arial"/>
                <a:cs typeface="Arial"/>
              </a:rPr>
              <a:t>photo.jpg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39258" y="4909248"/>
            <a:ext cx="291655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50" b="1">
                <a:solidFill>
                  <a:srgbClr val="595D6B"/>
                </a:solidFill>
                <a:latin typeface="Arial"/>
                <a:cs typeface="Arial"/>
              </a:rPr>
              <a:t>Source:</a:t>
            </a:r>
            <a:r>
              <a:rPr dirty="0" sz="1950" spc="-100" b="1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950" spc="-110" b="1">
                <a:solidFill>
                  <a:srgbClr val="594FC8"/>
                </a:solidFill>
                <a:latin typeface="Arial"/>
                <a:cs typeface="Arial"/>
                <a:hlinkClick r:id="rId11"/>
              </a:rPr>
              <a:t>www.vecteezy.com</a:t>
            </a:r>
            <a:endParaRPr sz="1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23120" y="5679421"/>
            <a:ext cx="17368520" cy="1871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22960" marR="55880" indent="1270">
              <a:lnSpc>
                <a:spcPct val="153200"/>
              </a:lnSpc>
              <a:spcBef>
                <a:spcPts val="90"/>
              </a:spcBef>
            </a:pPr>
            <a:r>
              <a:rPr dirty="0" sz="1450" spc="8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https://static.vecteezy.com/system/resources/thumbnails/023/342/885/small/scrum-</a:t>
            </a:r>
            <a:r>
              <a:rPr dirty="0" sz="1450" spc="6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is-</a:t>
            </a:r>
            <a:r>
              <a:rPr dirty="0" sz="1450" spc="90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an-</a:t>
            </a:r>
            <a:r>
              <a:rPr dirty="0" sz="1450" spc="7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agile-</a:t>
            </a:r>
            <a:r>
              <a:rPr dirty="0" sz="1450" spc="9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development-</a:t>
            </a:r>
            <a:r>
              <a:rPr dirty="0" sz="1450" spc="7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strategic-</a:t>
            </a:r>
            <a:r>
              <a:rPr dirty="0" sz="1450" spc="9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methodology-approach-</a:t>
            </a:r>
            <a:r>
              <a:rPr dirty="0" sz="1450" spc="70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to-digital-</a:t>
            </a:r>
            <a:r>
              <a:rPr dirty="0" sz="1450" spc="90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marketing-</a:t>
            </a:r>
            <a:r>
              <a:rPr dirty="0" sz="1450" spc="9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framework-</a:t>
            </a:r>
            <a:r>
              <a:rPr dirty="0" sz="1450" spc="65">
                <a:solidFill>
                  <a:srgbClr val="595D6B"/>
                </a:solidFill>
                <a:latin typeface="Arial"/>
                <a:cs typeface="Arial"/>
                <a:hlinkClick r:id="rId12"/>
              </a:rPr>
              <a:t>vect</a:t>
            </a:r>
            <a:r>
              <a:rPr dirty="0" sz="1450" spc="65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6B6E77"/>
                </a:solidFill>
                <a:latin typeface="Arial"/>
                <a:cs typeface="Arial"/>
              </a:rPr>
              <a:t>or.</a:t>
            </a:r>
            <a:r>
              <a:rPr dirty="0" sz="1450" spc="-565">
                <a:solidFill>
                  <a:srgbClr val="6B6E77"/>
                </a:solidFill>
                <a:latin typeface="Arial"/>
                <a:cs typeface="Arial"/>
              </a:rPr>
              <a:t>J</a:t>
            </a:r>
            <a:r>
              <a:rPr dirty="0" baseline="62962" sz="1125" spc="-22">
                <a:solidFill>
                  <a:srgbClr val="595D6B"/>
                </a:solidFill>
                <a:latin typeface="Arial"/>
                <a:cs typeface="Arial"/>
              </a:rPr>
              <a:t>•</a:t>
            </a:r>
            <a:r>
              <a:rPr dirty="0" baseline="62962" sz="1125" spc="67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6B6E77"/>
                </a:solidFill>
                <a:latin typeface="Arial"/>
                <a:cs typeface="Arial"/>
              </a:rPr>
              <a:t>pg</a:t>
            </a:r>
            <a:endParaRPr sz="1450">
              <a:latin typeface="Arial"/>
              <a:cs typeface="Arial"/>
            </a:endParaRPr>
          </a:p>
          <a:p>
            <a:pPr marL="828675">
              <a:lnSpc>
                <a:spcPct val="100000"/>
              </a:lnSpc>
              <a:spcBef>
                <a:spcPts val="1420"/>
              </a:spcBef>
            </a:pPr>
            <a:r>
              <a:rPr dirty="0" sz="1950" spc="-150" b="1">
                <a:solidFill>
                  <a:srgbClr val="595D6B"/>
                </a:solidFill>
                <a:latin typeface="Arial"/>
                <a:cs typeface="Arial"/>
              </a:rPr>
              <a:t>Source:</a:t>
            </a:r>
            <a:r>
              <a:rPr dirty="0" sz="1950" spc="-100" b="1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950" spc="-60" b="1">
                <a:solidFill>
                  <a:srgbClr val="594FC8"/>
                </a:solidFill>
                <a:latin typeface="Arial"/>
                <a:cs typeface="Arial"/>
                <a:hlinkClick r:id="rId11"/>
              </a:rPr>
              <a:t>www.vecteezy.com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9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2050" spc="-254">
                <a:solidFill>
                  <a:srgbClr val="B5B8BA"/>
                </a:solidFill>
                <a:latin typeface="Arial"/>
                <a:cs typeface="Arial"/>
              </a:rPr>
              <a:t>-</a:t>
            </a:r>
            <a:r>
              <a:rPr dirty="0" sz="2050" spc="-240">
                <a:solidFill>
                  <a:srgbClr val="B5B8BA"/>
                </a:solidFill>
                <a:latin typeface="Arial"/>
                <a:cs typeface="Arial"/>
              </a:rPr>
              <a:t> </a:t>
            </a:r>
            <a:r>
              <a:rPr dirty="0" baseline="-11982" sz="3825" spc="-1019">
                <a:solidFill>
                  <a:srgbClr val="7E838C"/>
                </a:solidFill>
                <a:latin typeface="Times New Roman"/>
                <a:cs typeface="Times New Roman"/>
              </a:rPr>
              <a:t>-</a:t>
            </a:r>
            <a:r>
              <a:rPr dirty="0" sz="1650" spc="395">
                <a:solidFill>
                  <a:srgbClr val="000108"/>
                </a:solidFill>
                <a:latin typeface="Arial"/>
                <a:cs typeface="Arial"/>
              </a:rPr>
              <a:t>-</a:t>
            </a:r>
            <a:r>
              <a:rPr dirty="0" sz="1650" spc="345">
                <a:solidFill>
                  <a:srgbClr val="B5B8BA"/>
                </a:solidFill>
                <a:latin typeface="Arial"/>
                <a:cs typeface="Arial"/>
              </a:rPr>
              <a:t>-</a:t>
            </a:r>
            <a:endParaRPr sz="1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35608" y="7429241"/>
            <a:ext cx="1228090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solidFill>
                  <a:srgbClr val="595D6B"/>
                </a:solidFill>
                <a:latin typeface="Arial"/>
                <a:cs typeface="Arial"/>
                <a:hlinkClick r:id="rId13"/>
              </a:rPr>
              <a:t>https://cdn.dribbble.com/userupload/18099474/file/original-</a:t>
            </a:r>
            <a:r>
              <a:rPr dirty="0" sz="1450" spc="85">
                <a:solidFill>
                  <a:srgbClr val="595D6B"/>
                </a:solidFill>
                <a:latin typeface="Arial"/>
                <a:cs typeface="Arial"/>
                <a:hlinkClick r:id="rId13"/>
              </a:rPr>
              <a:t>e10d7f90ebda48bceda9a0d9686dac3a.png?resize=752x&amp;vertical=center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39258" y="7822990"/>
            <a:ext cx="227203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55" b="1">
                <a:solidFill>
                  <a:srgbClr val="595D6B"/>
                </a:solidFill>
                <a:latin typeface="Arial"/>
                <a:cs typeface="Arial"/>
              </a:rPr>
              <a:t>Source:</a:t>
            </a:r>
            <a:r>
              <a:rPr dirty="0" sz="1950" spc="-135" b="1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950" spc="-95" b="1">
                <a:solidFill>
                  <a:srgbClr val="594FC8"/>
                </a:solidFill>
                <a:latin typeface="Arial"/>
                <a:cs typeface="Arial"/>
              </a:rPr>
              <a:t>dribbble.com</a:t>
            </a:r>
            <a:endParaRPr sz="1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16170" y="8673488"/>
            <a:ext cx="27114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35">
                <a:solidFill>
                  <a:srgbClr val="6B6E77"/>
                </a:solidFill>
                <a:latin typeface="Arial"/>
                <a:cs typeface="Arial"/>
              </a:rPr>
              <a:t>O&gt;oooe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26400" y="8681363"/>
            <a:ext cx="5969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50">
                <a:solidFill>
                  <a:srgbClr val="B5B8BA"/>
                </a:solidFill>
                <a:latin typeface="Arial"/>
                <a:cs typeface="Arial"/>
              </a:rPr>
              <a:t>a</a:t>
            </a:r>
            <a:endParaRPr sz="5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91714" y="8551426"/>
            <a:ext cx="466090" cy="351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550" spc="-254" b="1">
                <a:solidFill>
                  <a:srgbClr val="595D6B"/>
                </a:solidFill>
                <a:latin typeface="Arial"/>
                <a:cs typeface="Arial"/>
              </a:rPr>
              <a:t>oS</a:t>
            </a:r>
            <a:r>
              <a:rPr dirty="0" baseline="-31746" sz="3150" spc="-382">
                <a:solidFill>
                  <a:srgbClr val="181818"/>
                </a:solidFill>
                <a:latin typeface="Arial"/>
                <a:cs typeface="Arial"/>
              </a:rPr>
              <a:t>-</a:t>
            </a:r>
            <a:r>
              <a:rPr dirty="0" sz="550" spc="45" b="1">
                <a:solidFill>
                  <a:srgbClr val="595D6B"/>
                </a:solidFill>
                <a:latin typeface="Arial"/>
                <a:cs typeface="Arial"/>
              </a:rPr>
              <a:t>o</a:t>
            </a:r>
            <a:r>
              <a:rPr dirty="0" sz="550" spc="40" b="1">
                <a:solidFill>
                  <a:srgbClr val="7E838C"/>
                </a:solidFill>
                <a:latin typeface="Arial"/>
                <a:cs typeface="Arial"/>
              </a:rPr>
              <a:t>r</a:t>
            </a:r>
            <a:r>
              <a:rPr dirty="0" sz="550" spc="-60" b="1">
                <a:solidFill>
                  <a:srgbClr val="7E838C"/>
                </a:solidFill>
                <a:latin typeface="Arial"/>
                <a:cs typeface="Arial"/>
              </a:rPr>
              <a:t>.</a:t>
            </a:r>
            <a:r>
              <a:rPr dirty="0" baseline="-31746" sz="3150" spc="-892">
                <a:solidFill>
                  <a:srgbClr val="B5B8BA"/>
                </a:solidFill>
                <a:latin typeface="Arial"/>
                <a:cs typeface="Arial"/>
              </a:rPr>
              <a:t>·</a:t>
            </a:r>
            <a:r>
              <a:rPr dirty="0" sz="550" spc="40" b="1">
                <a:solidFill>
                  <a:srgbClr val="7E838C"/>
                </a:solidFill>
                <a:latin typeface="Arial"/>
                <a:cs typeface="Arial"/>
              </a:rPr>
              <a:t>i:</a:t>
            </a:r>
            <a:r>
              <a:rPr dirty="0" sz="550" spc="45" b="1">
                <a:solidFill>
                  <a:srgbClr val="7E838C"/>
                </a:solidFill>
                <a:latin typeface="Arial"/>
                <a:cs typeface="Arial"/>
              </a:rPr>
              <a:t>:</a:t>
            </a:r>
            <a:r>
              <a:rPr dirty="0" sz="550" spc="75" b="1">
                <a:solidFill>
                  <a:srgbClr val="7E838C"/>
                </a:solidFill>
                <a:latin typeface="Arial"/>
                <a:cs typeface="Arial"/>
              </a:rPr>
              <a:t>c</a:t>
            </a:r>
            <a:r>
              <a:rPr dirty="0" baseline="-31746" sz="3150" spc="60">
                <a:solidFill>
                  <a:srgbClr val="B5B8BA"/>
                </a:solidFill>
                <a:latin typeface="Arial"/>
                <a:cs typeface="Arial"/>
              </a:rPr>
              <a:t>-</a:t>
            </a:r>
            <a:endParaRPr baseline="-31746" sz="3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35608" y="8720738"/>
            <a:ext cx="1337818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solidFill>
                  <a:srgbClr val="595D6B"/>
                </a:solidFill>
                <a:latin typeface="Arial"/>
                <a:cs typeface="Arial"/>
                <a:hlinkClick r:id="rId14"/>
              </a:rPr>
              <a:t>https://cdn.dribbble.com/userupload/45187300/file/Oa</a:t>
            </a:r>
            <a:r>
              <a:rPr dirty="0" sz="1450" spc="80">
                <a:solidFill>
                  <a:srgbClr val="595D6B"/>
                </a:solidFill>
                <a:latin typeface="Arial"/>
                <a:cs typeface="Arial"/>
              </a:rPr>
              <a:t>7ef3d5</a:t>
            </a:r>
            <a:r>
              <a:rPr dirty="0" sz="1450" spc="-204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450" spc="95">
                <a:solidFill>
                  <a:srgbClr val="595D6B"/>
                </a:solidFill>
                <a:latin typeface="Arial"/>
                <a:cs typeface="Arial"/>
              </a:rPr>
              <a:t>8e5ab1b6a95</a:t>
            </a:r>
            <a:r>
              <a:rPr dirty="0" sz="1450" spc="-190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450" spc="80">
                <a:solidFill>
                  <a:srgbClr val="595D6B"/>
                </a:solidFill>
                <a:latin typeface="Arial"/>
                <a:cs typeface="Arial"/>
              </a:rPr>
              <a:t>28bdb16a</a:t>
            </a:r>
            <a:r>
              <a:rPr dirty="0" sz="1450" spc="-180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450" spc="80">
                <a:solidFill>
                  <a:srgbClr val="595D6B"/>
                </a:solidFill>
                <a:latin typeface="Arial"/>
                <a:cs typeface="Arial"/>
              </a:rPr>
              <a:t>3b681.png?format=webp&amp;resize=400x300&amp;vertica!=center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39258" y="9130237"/>
            <a:ext cx="227203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55" b="1">
                <a:solidFill>
                  <a:srgbClr val="595D6B"/>
                </a:solidFill>
                <a:latin typeface="Arial"/>
                <a:cs typeface="Arial"/>
              </a:rPr>
              <a:t>Source:</a:t>
            </a:r>
            <a:r>
              <a:rPr dirty="0" sz="1950" spc="-135" b="1">
                <a:solidFill>
                  <a:srgbClr val="595D6B"/>
                </a:solidFill>
                <a:latin typeface="Arial"/>
                <a:cs typeface="Arial"/>
              </a:rPr>
              <a:t> </a:t>
            </a:r>
            <a:r>
              <a:rPr dirty="0" sz="1950" spc="-95" b="1">
                <a:solidFill>
                  <a:srgbClr val="594FC8"/>
                </a:solidFill>
                <a:latin typeface="Arial"/>
                <a:cs typeface="Arial"/>
              </a:rPr>
              <a:t>dribbble.com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2026-07-07T16:11:53Z</dcterms:created>
  <dcterms:modified xsi:type="dcterms:W3CDTF">2026-07-07T16:11:53Z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2026-07-07T00:00:00Z</vt:filetime>
  </property>
  <property fmtid="{D5CDD505-2E9C-101B-9397-08002B2CF9AE}" pid="3" name="LastSaved">
    <vt:filetime>2026-07-07T00:00:00Z</vt:filetime>
  </property>
</Properties>
</file>